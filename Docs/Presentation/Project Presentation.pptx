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78" r:id="rId7"/>
    <p:sldId id="279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77" r:id="rId16"/>
    <p:sldId id="273" r:id="rId17"/>
    <p:sldId id="276" r:id="rId18"/>
    <p:sldId id="280" r:id="rId19"/>
    <p:sldId id="275" r:id="rId20"/>
  </p:sldIdLst>
  <p:sldSz cx="9144000" cy="5143500" type="screen16x9"/>
  <p:notesSz cx="6858000" cy="9144000"/>
  <p:embeddedFontLst>
    <p:embeddedFont>
      <p:font typeface="Abel" panose="02000506030000020004" pitchFamily="2" charset="0"/>
      <p:regular r:id="rId22"/>
    </p:embeddedFont>
    <p:embeddedFont>
      <p:font typeface="Audiowide" panose="020B0604020202020204" charset="0"/>
      <p:regular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roxima Nova" panose="020B0604020202020204" charset="0"/>
      <p:regular r:id="rId28"/>
      <p:bold r:id="rId29"/>
      <p:italic r:id="rId30"/>
      <p:boldItalic r:id="rId31"/>
    </p:embeddedFont>
    <p:embeddedFont>
      <p:font typeface="Roboto Condensed Light" panose="02000000000000000000" pitchFamily="2" charset="0"/>
      <p:regular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B67C45-A4A0-4C23-9AB2-93FD8610F29B}">
  <a:tblStyle styleId="{1BB67C45-A4A0-4C23-9AB2-93FD8610F2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Google Shape;4668;g13bb5320d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4669" name="Google Shape;4669;g13bb5320d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16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47950" y="1612700"/>
            <a:ext cx="5648100" cy="24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06850" y="4216604"/>
            <a:ext cx="426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672042" y="-800093"/>
            <a:ext cx="10488084" cy="6107348"/>
            <a:chOff x="-120550" y="-133450"/>
            <a:chExt cx="7847425" cy="4570000"/>
          </a:xfrm>
        </p:grpSpPr>
        <p:sp>
          <p:nvSpPr>
            <p:cNvPr id="12" name="Google Shape;12;p2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3"/>
          <p:cNvGrpSpPr/>
          <p:nvPr/>
        </p:nvGrpSpPr>
        <p:grpSpPr>
          <a:xfrm>
            <a:off x="-672042" y="-2362193"/>
            <a:ext cx="10488084" cy="6107348"/>
            <a:chOff x="-120550" y="-133450"/>
            <a:chExt cx="7847425" cy="4570000"/>
          </a:xfrm>
        </p:grpSpPr>
        <p:sp>
          <p:nvSpPr>
            <p:cNvPr id="337" name="Google Shape;337;p3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60" name="Google Shape;660;p3"/>
          <p:cNvGrpSpPr/>
          <p:nvPr/>
        </p:nvGrpSpPr>
        <p:grpSpPr>
          <a:xfrm rot="10800000">
            <a:off x="-519642" y="838207"/>
            <a:ext cx="10488084" cy="6107348"/>
            <a:chOff x="-120550" y="-133450"/>
            <a:chExt cx="7847425" cy="4570000"/>
          </a:xfrm>
        </p:grpSpPr>
        <p:sp>
          <p:nvSpPr>
            <p:cNvPr id="661" name="Google Shape;661;p3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0" name="Google Shape;940;p3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1" name="Google Shape;941;p3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84" name="Google Shape;984;p3"/>
          <p:cNvSpPr txBox="1">
            <a:spLocks noGrp="1"/>
          </p:cNvSpPr>
          <p:nvPr>
            <p:ph type="title"/>
          </p:nvPr>
        </p:nvSpPr>
        <p:spPr>
          <a:xfrm>
            <a:off x="2440800" y="2336160"/>
            <a:ext cx="4262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5" name="Google Shape;985;p3"/>
          <p:cNvSpPr txBox="1">
            <a:spLocks noGrp="1"/>
          </p:cNvSpPr>
          <p:nvPr>
            <p:ph type="subTitle" idx="1"/>
          </p:nvPr>
        </p:nvSpPr>
        <p:spPr>
          <a:xfrm>
            <a:off x="3003750" y="3339765"/>
            <a:ext cx="31365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86" name="Google Shape;986;p3"/>
          <p:cNvSpPr txBox="1">
            <a:spLocks noGrp="1"/>
          </p:cNvSpPr>
          <p:nvPr>
            <p:ph type="title" idx="2" hasCustomPrompt="1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4"/>
          <p:cNvSpPr txBox="1">
            <a:spLocks noGrp="1"/>
          </p:cNvSpPr>
          <p:nvPr>
            <p:ph type="body" idx="1"/>
          </p:nvPr>
        </p:nvSpPr>
        <p:spPr>
          <a:xfrm>
            <a:off x="721650" y="1121500"/>
            <a:ext cx="7717500" cy="34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400"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89" name="Google Shape;989;p4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990" name="Google Shape;990;p4"/>
          <p:cNvGrpSpPr/>
          <p:nvPr/>
        </p:nvGrpSpPr>
        <p:grpSpPr>
          <a:xfrm rot="5400000" flipH="1">
            <a:off x="3436200" y="659438"/>
            <a:ext cx="9036625" cy="5462925"/>
            <a:chOff x="-1554275" y="-744050"/>
            <a:chExt cx="9036625" cy="5462925"/>
          </a:xfrm>
        </p:grpSpPr>
        <p:sp>
          <p:nvSpPr>
            <p:cNvPr id="991" name="Google Shape;991;p4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2" name="Google Shape;992;p4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993" name="Google Shape;993;p4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994" name="Google Shape;994;p4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5" name="Google Shape;995;p4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6" name="Google Shape;996;p4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7" name="Google Shape;997;p4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8" name="Google Shape;998;p4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9" name="Google Shape;999;p4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0" name="Google Shape;1000;p4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1" name="Google Shape;1001;p4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2" name="Google Shape;1002;p4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3" name="Google Shape;1003;p4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4" name="Google Shape;1004;p4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5" name="Google Shape;1005;p4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6" name="Google Shape;1006;p4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7" name="Google Shape;1007;p4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8" name="Google Shape;1008;p4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9" name="Google Shape;1009;p4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0" name="Google Shape;1010;p4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1" name="Google Shape;1011;p4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2" name="Google Shape;1012;p4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3" name="Google Shape;1013;p4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4" name="Google Shape;1014;p4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5" name="Google Shape;1015;p4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6" name="Google Shape;1016;p4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7" name="Google Shape;1017;p4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8" name="Google Shape;1018;p4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9" name="Google Shape;1019;p4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0" name="Google Shape;1020;p4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1" name="Google Shape;1021;p4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2" name="Google Shape;1022;p4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3" name="Google Shape;1023;p4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4" name="Google Shape;1024;p4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5" name="Google Shape;1025;p4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6" name="Google Shape;1026;p4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7" name="Google Shape;1027;p4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8" name="Google Shape;1028;p4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9" name="Google Shape;1029;p4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0" name="Google Shape;1030;p4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1" name="Google Shape;1031;p4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2" name="Google Shape;1032;p4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3" name="Google Shape;1033;p4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4" name="Google Shape;1034;p4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5" name="Google Shape;1035;p4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6" name="Google Shape;1036;p4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7" name="Google Shape;1037;p4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8" name="Google Shape;1038;p4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9" name="Google Shape;1039;p4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0" name="Google Shape;1040;p4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1" name="Google Shape;1041;p4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2" name="Google Shape;1042;p4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3" name="Google Shape;1043;p4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4" name="Google Shape;1044;p4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5" name="Google Shape;1045;p4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6" name="Google Shape;1046;p4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7" name="Google Shape;1047;p4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8" name="Google Shape;1048;p4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9" name="Google Shape;1049;p4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0" name="Google Shape;1050;p4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1" name="Google Shape;1051;p4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2" name="Google Shape;1052;p4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3" name="Google Shape;1053;p4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4" name="Google Shape;1054;p4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5" name="Google Shape;1055;p4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6" name="Google Shape;1056;p4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7" name="Google Shape;1057;p4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8" name="Google Shape;1058;p4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9" name="Google Shape;1059;p4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0" name="Google Shape;1060;p4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1" name="Google Shape;1061;p4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2" name="Google Shape;1062;p4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3" name="Google Shape;1063;p4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4" name="Google Shape;1064;p4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5" name="Google Shape;1065;p4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6" name="Google Shape;1066;p4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7" name="Google Shape;1067;p4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8" name="Google Shape;1068;p4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9" name="Google Shape;1069;p4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0" name="Google Shape;1070;p4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1" name="Google Shape;1071;p4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2" name="Google Shape;1072;p4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3" name="Google Shape;1073;p4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4" name="Google Shape;1074;p4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5" name="Google Shape;1075;p4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6" name="Google Shape;1076;p4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7" name="Google Shape;1077;p4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8" name="Google Shape;1078;p4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9" name="Google Shape;1079;p4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0" name="Google Shape;1080;p4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1" name="Google Shape;1081;p4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2" name="Google Shape;1082;p4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3" name="Google Shape;1083;p4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4" name="Google Shape;1084;p4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5" name="Google Shape;1085;p4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6" name="Google Shape;1086;p4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7" name="Google Shape;1087;p4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8" name="Google Shape;1088;p4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9" name="Google Shape;1089;p4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0" name="Google Shape;1090;p4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1" name="Google Shape;1091;p4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2" name="Google Shape;1092;p4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3" name="Google Shape;1093;p4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4" name="Google Shape;1094;p4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5" name="Google Shape;1095;p4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6" name="Google Shape;1096;p4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7" name="Google Shape;1097;p4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8" name="Google Shape;1098;p4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9" name="Google Shape;1099;p4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0" name="Google Shape;1100;p4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1" name="Google Shape;1101;p4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2" name="Google Shape;1102;p4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3" name="Google Shape;1103;p4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4" name="Google Shape;1104;p4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5" name="Google Shape;1105;p4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6" name="Google Shape;1106;p4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7" name="Google Shape;1107;p4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8" name="Google Shape;1108;p4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9" name="Google Shape;1109;p4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0" name="Google Shape;1110;p4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1" name="Google Shape;1111;p4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2" name="Google Shape;1112;p4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3" name="Google Shape;1113;p4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4" name="Google Shape;1114;p4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5" name="Google Shape;1115;p4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7" name="Google Shape;1117;p5"/>
          <p:cNvGrpSpPr/>
          <p:nvPr/>
        </p:nvGrpSpPr>
        <p:grpSpPr>
          <a:xfrm rot="-7965303">
            <a:off x="2142520" y="1164230"/>
            <a:ext cx="7707067" cy="7263594"/>
            <a:chOff x="2905900" y="1175475"/>
            <a:chExt cx="7706675" cy="7263225"/>
          </a:xfrm>
        </p:grpSpPr>
        <p:sp>
          <p:nvSpPr>
            <p:cNvPr id="1118" name="Google Shape;1118;p5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9" name="Google Shape;1119;p5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0" name="Google Shape;1120;p5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1" name="Google Shape;1121;p5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2" name="Google Shape;1122;p5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3" name="Google Shape;1123;p5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4" name="Google Shape;1124;p5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5" name="Google Shape;1125;p5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6" name="Google Shape;1126;p5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7" name="Google Shape;1127;p5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8" name="Google Shape;1128;p5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9" name="Google Shape;1129;p5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0" name="Google Shape;1130;p5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1" name="Google Shape;1131;p5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2" name="Google Shape;1132;p5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3" name="Google Shape;1133;p5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4" name="Google Shape;1134;p5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5" name="Google Shape;1135;p5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6" name="Google Shape;1136;p5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7" name="Google Shape;1137;p5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8" name="Google Shape;1138;p5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9" name="Google Shape;1139;p5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0" name="Google Shape;1140;p5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1" name="Google Shape;1141;p5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2" name="Google Shape;1142;p5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3" name="Google Shape;1143;p5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4" name="Google Shape;1144;p5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5" name="Google Shape;1145;p5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6" name="Google Shape;1146;p5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7" name="Google Shape;1147;p5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8" name="Google Shape;1148;p5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9" name="Google Shape;1149;p5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0" name="Google Shape;1150;p5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1" name="Google Shape;1151;p5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2" name="Google Shape;1152;p5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3" name="Google Shape;1153;p5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4" name="Google Shape;1154;p5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5" name="Google Shape;1155;p5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6" name="Google Shape;1156;p5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" name="Google Shape;1157;p5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" name="Google Shape;1158;p5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" name="Google Shape;1159;p5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" name="Google Shape;1160;p5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" name="Google Shape;1161;p5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" name="Google Shape;1162;p5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" name="Google Shape;1163;p5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" name="Google Shape;1164;p5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" name="Google Shape;1165;p5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" name="Google Shape;1166;p5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" name="Google Shape;1167;p5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" name="Google Shape;1168;p5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" name="Google Shape;1169;p5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" name="Google Shape;1170;p5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" name="Google Shape;1171;p5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" name="Google Shape;1172;p5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" name="Google Shape;1173;p5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" name="Google Shape;1174;p5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" name="Google Shape;1175;p5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" name="Google Shape;1176;p5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" name="Google Shape;1177;p5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" name="Google Shape;1178;p5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" name="Google Shape;1179;p5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" name="Google Shape;1180;p5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" name="Google Shape;1181;p5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" name="Google Shape;1182;p5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83" name="Google Shape;1183;p5"/>
          <p:cNvSpPr txBox="1">
            <a:spLocks noGrp="1"/>
          </p:cNvSpPr>
          <p:nvPr>
            <p:ph type="body" idx="1"/>
          </p:nvPr>
        </p:nvSpPr>
        <p:spPr>
          <a:xfrm>
            <a:off x="713325" y="2198444"/>
            <a:ext cx="2789100" cy="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4" name="Google Shape;1184;p5"/>
          <p:cNvSpPr txBox="1">
            <a:spLocks noGrp="1"/>
          </p:cNvSpPr>
          <p:nvPr>
            <p:ph type="body" idx="2"/>
          </p:nvPr>
        </p:nvSpPr>
        <p:spPr>
          <a:xfrm>
            <a:off x="5641238" y="2194350"/>
            <a:ext cx="2789100" cy="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5" name="Google Shape;1185;p5"/>
          <p:cNvSpPr txBox="1">
            <a:spLocks noGrp="1"/>
          </p:cNvSpPr>
          <p:nvPr>
            <p:ph type="subTitle" idx="3"/>
          </p:nvPr>
        </p:nvSpPr>
        <p:spPr>
          <a:xfrm>
            <a:off x="713325" y="1700625"/>
            <a:ext cx="2785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6" name="Google Shape;1186;p5"/>
          <p:cNvSpPr txBox="1">
            <a:spLocks noGrp="1"/>
          </p:cNvSpPr>
          <p:nvPr>
            <p:ph type="subTitle" idx="4"/>
          </p:nvPr>
        </p:nvSpPr>
        <p:spPr>
          <a:xfrm>
            <a:off x="5645572" y="1700625"/>
            <a:ext cx="2785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7" name="Google Shape;1187;p5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1190" name="Google Shape;1190;p6"/>
          <p:cNvGrpSpPr/>
          <p:nvPr/>
        </p:nvGrpSpPr>
        <p:grpSpPr>
          <a:xfrm rot="5400000" flipH="1">
            <a:off x="3436200" y="659438"/>
            <a:ext cx="9036625" cy="5462925"/>
            <a:chOff x="-1554275" y="-744050"/>
            <a:chExt cx="9036625" cy="5462925"/>
          </a:xfrm>
        </p:grpSpPr>
        <p:sp>
          <p:nvSpPr>
            <p:cNvPr id="1191" name="Google Shape;1191;p6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" name="Google Shape;1192;p6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193" name="Google Shape;1193;p6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1194" name="Google Shape;1194;p6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5" name="Google Shape;1195;p6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6" name="Google Shape;1196;p6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7" name="Google Shape;1197;p6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8" name="Google Shape;1198;p6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9" name="Google Shape;1199;p6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0" name="Google Shape;1200;p6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1" name="Google Shape;1201;p6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2" name="Google Shape;1202;p6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3" name="Google Shape;1203;p6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4" name="Google Shape;1204;p6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5" name="Google Shape;1205;p6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6" name="Google Shape;1206;p6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7" name="Google Shape;1207;p6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8" name="Google Shape;1208;p6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9" name="Google Shape;1209;p6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0" name="Google Shape;1210;p6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1" name="Google Shape;1211;p6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2" name="Google Shape;1212;p6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3" name="Google Shape;1213;p6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4" name="Google Shape;1214;p6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5" name="Google Shape;1215;p6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6" name="Google Shape;1216;p6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7" name="Google Shape;1217;p6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8" name="Google Shape;1218;p6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9" name="Google Shape;1219;p6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0" name="Google Shape;1220;p6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1" name="Google Shape;1221;p6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2" name="Google Shape;1222;p6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3" name="Google Shape;1223;p6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4" name="Google Shape;1224;p6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5" name="Google Shape;1225;p6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6" name="Google Shape;1226;p6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7" name="Google Shape;1227;p6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8" name="Google Shape;1228;p6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9" name="Google Shape;1229;p6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0" name="Google Shape;1230;p6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1" name="Google Shape;1231;p6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2" name="Google Shape;1232;p6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3" name="Google Shape;1233;p6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4" name="Google Shape;1234;p6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5" name="Google Shape;1235;p6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6" name="Google Shape;1236;p6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7" name="Google Shape;1237;p6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8" name="Google Shape;1238;p6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9" name="Google Shape;1239;p6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0" name="Google Shape;1240;p6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1" name="Google Shape;1241;p6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2" name="Google Shape;1242;p6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3" name="Google Shape;1243;p6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4" name="Google Shape;1244;p6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5" name="Google Shape;1245;p6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6" name="Google Shape;1246;p6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" name="Google Shape;1247;p6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" name="Google Shape;1248;p6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9" name="Google Shape;1249;p6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" name="Google Shape;1250;p6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" name="Google Shape;1251;p6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2" name="Google Shape;1252;p6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3" name="Google Shape;1253;p6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4" name="Google Shape;1254;p6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5" name="Google Shape;1255;p6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6" name="Google Shape;1256;p6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7" name="Google Shape;1257;p6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8" name="Google Shape;1258;p6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9" name="Google Shape;1259;p6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0" name="Google Shape;1260;p6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1" name="Google Shape;1261;p6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2" name="Google Shape;1262;p6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3" name="Google Shape;1263;p6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4" name="Google Shape;1264;p6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5" name="Google Shape;1265;p6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6" name="Google Shape;1266;p6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7" name="Google Shape;1267;p6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8" name="Google Shape;1268;p6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9" name="Google Shape;1269;p6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0" name="Google Shape;1270;p6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1" name="Google Shape;1271;p6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2" name="Google Shape;1272;p6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3" name="Google Shape;1273;p6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4" name="Google Shape;1274;p6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5" name="Google Shape;1275;p6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6" name="Google Shape;1276;p6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7" name="Google Shape;1277;p6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8" name="Google Shape;1278;p6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9" name="Google Shape;1279;p6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0" name="Google Shape;1280;p6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1" name="Google Shape;1281;p6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2" name="Google Shape;1282;p6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3" name="Google Shape;1283;p6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4" name="Google Shape;1284;p6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5" name="Google Shape;1285;p6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6" name="Google Shape;1286;p6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7" name="Google Shape;1287;p6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8" name="Google Shape;1288;p6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9" name="Google Shape;1289;p6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0" name="Google Shape;1290;p6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1" name="Google Shape;1291;p6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2" name="Google Shape;1292;p6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3" name="Google Shape;1293;p6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4" name="Google Shape;1294;p6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5" name="Google Shape;1295;p6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6" name="Google Shape;1296;p6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7" name="Google Shape;1297;p6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8" name="Google Shape;1298;p6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9" name="Google Shape;1299;p6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0" name="Google Shape;1300;p6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1" name="Google Shape;1301;p6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2" name="Google Shape;1302;p6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3" name="Google Shape;1303;p6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4" name="Google Shape;1304;p6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5" name="Google Shape;1305;p6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6" name="Google Shape;1306;p6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7" name="Google Shape;1307;p6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8" name="Google Shape;1308;p6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9" name="Google Shape;1309;p6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0" name="Google Shape;1310;p6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1" name="Google Shape;1311;p6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2" name="Google Shape;1312;p6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3" name="Google Shape;1313;p6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4" name="Google Shape;1314;p6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5" name="Google Shape;1315;p6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7" name="Google Shape;1317;p7"/>
          <p:cNvGrpSpPr/>
          <p:nvPr/>
        </p:nvGrpSpPr>
        <p:grpSpPr>
          <a:xfrm rot="-778054">
            <a:off x="3248929" y="772075"/>
            <a:ext cx="7706697" cy="7263245"/>
            <a:chOff x="2905900" y="1175475"/>
            <a:chExt cx="7706675" cy="7263225"/>
          </a:xfrm>
        </p:grpSpPr>
        <p:sp>
          <p:nvSpPr>
            <p:cNvPr id="1318" name="Google Shape;1318;p7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" name="Google Shape;1319;p7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" name="Google Shape;1320;p7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" name="Google Shape;1321;p7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" name="Google Shape;1322;p7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" name="Google Shape;1323;p7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" name="Google Shape;1324;p7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" name="Google Shape;1325;p7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" name="Google Shape;1326;p7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" name="Google Shape;1327;p7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" name="Google Shape;1328;p7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" name="Google Shape;1329;p7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" name="Google Shape;1330;p7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" name="Google Shape;1331;p7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" name="Google Shape;1332;p7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3" name="Google Shape;1333;p7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" name="Google Shape;1334;p7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" name="Google Shape;1335;p7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6" name="Google Shape;1336;p7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7" name="Google Shape;1337;p7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" name="Google Shape;1338;p7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" name="Google Shape;1339;p7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" name="Google Shape;1340;p7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" name="Google Shape;1341;p7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2" name="Google Shape;1342;p7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3" name="Google Shape;1343;p7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4" name="Google Shape;1344;p7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5" name="Google Shape;1345;p7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" name="Google Shape;1346;p7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" name="Google Shape;1347;p7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" name="Google Shape;1348;p7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" name="Google Shape;1349;p7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" name="Google Shape;1350;p7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" name="Google Shape;1351;p7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" name="Google Shape;1352;p7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" name="Google Shape;1353;p7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" name="Google Shape;1354;p7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" name="Google Shape;1355;p7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" name="Google Shape;1356;p7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" name="Google Shape;1357;p7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" name="Google Shape;1358;p7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" name="Google Shape;1359;p7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" name="Google Shape;1360;p7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" name="Google Shape;1361;p7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" name="Google Shape;1362;p7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3" name="Google Shape;1363;p7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" name="Google Shape;1364;p7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5" name="Google Shape;1365;p7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6" name="Google Shape;1366;p7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7" name="Google Shape;1367;p7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" name="Google Shape;1368;p7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" name="Google Shape;1369;p7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" name="Google Shape;1370;p7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" name="Google Shape;1371;p7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2" name="Google Shape;1372;p7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3" name="Google Shape;1373;p7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4" name="Google Shape;1374;p7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5" name="Google Shape;1375;p7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6" name="Google Shape;1376;p7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7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8" name="Google Shape;1378;p7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9" name="Google Shape;1379;p7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" name="Google Shape;1380;p7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1" name="Google Shape;1381;p7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2" name="Google Shape;1382;p7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83" name="Google Shape;1383;p7"/>
          <p:cNvSpPr txBox="1">
            <a:spLocks noGrp="1"/>
          </p:cNvSpPr>
          <p:nvPr>
            <p:ph type="body" idx="1"/>
          </p:nvPr>
        </p:nvSpPr>
        <p:spPr>
          <a:xfrm>
            <a:off x="722750" y="1409700"/>
            <a:ext cx="4038600" cy="2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rabicPeriod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lphaLcPeriod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romanLcPeriod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595959"/>
              </a:buClr>
              <a:buSzPts val="1400"/>
              <a:buFont typeface="Anaheim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84" name="Google Shape;1384;p7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8"/>
          <p:cNvGrpSpPr/>
          <p:nvPr/>
        </p:nvGrpSpPr>
        <p:grpSpPr>
          <a:xfrm>
            <a:off x="-767292" y="3067057"/>
            <a:ext cx="10488084" cy="6107348"/>
            <a:chOff x="-120550" y="-133450"/>
            <a:chExt cx="7847425" cy="4570000"/>
          </a:xfrm>
        </p:grpSpPr>
        <p:sp>
          <p:nvSpPr>
            <p:cNvPr id="1387" name="Google Shape;1387;p8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" name="Google Shape;1449;p8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" name="Google Shape;1450;p8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710" name="Google Shape;1710;p8"/>
          <p:cNvSpPr txBox="1">
            <a:spLocks noGrp="1"/>
          </p:cNvSpPr>
          <p:nvPr>
            <p:ph type="title"/>
          </p:nvPr>
        </p:nvSpPr>
        <p:spPr>
          <a:xfrm>
            <a:off x="1510350" y="539500"/>
            <a:ext cx="6123300" cy="203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2" name="Google Shape;1712;p9"/>
          <p:cNvGrpSpPr/>
          <p:nvPr/>
        </p:nvGrpSpPr>
        <p:grpSpPr>
          <a:xfrm>
            <a:off x="-1693775" y="-1599775"/>
            <a:ext cx="9206200" cy="7199075"/>
            <a:chOff x="-3560675" y="-1695025"/>
            <a:chExt cx="9206200" cy="7199075"/>
          </a:xfrm>
        </p:grpSpPr>
        <p:sp>
          <p:nvSpPr>
            <p:cNvPr id="1713" name="Google Shape;1713;p9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4" name="Google Shape;1714;p9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5" name="Google Shape;1715;p9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716" name="Google Shape;1716;p9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1717" name="Google Shape;1717;p9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8" name="Google Shape;1718;p9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9" name="Google Shape;1719;p9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0" name="Google Shape;1720;p9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1" name="Google Shape;1721;p9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722" name="Google Shape;1722;p9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1723" name="Google Shape;1723;p9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4" name="Google Shape;1724;p9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5" name="Google Shape;1725;p9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6" name="Google Shape;1726;p9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7" name="Google Shape;1727;p9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8" name="Google Shape;1728;p9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9" name="Google Shape;1729;p9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0" name="Google Shape;1730;p9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1" name="Google Shape;1731;p9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2" name="Google Shape;1732;p9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3" name="Google Shape;1733;p9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4" name="Google Shape;1734;p9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5" name="Google Shape;1735;p9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6" name="Google Shape;1736;p9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7" name="Google Shape;1737;p9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8" name="Google Shape;1738;p9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9" name="Google Shape;1739;p9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0" name="Google Shape;1740;p9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1" name="Google Shape;1741;p9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2" name="Google Shape;1742;p9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3" name="Google Shape;1743;p9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4" name="Google Shape;1744;p9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5" name="Google Shape;1745;p9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6" name="Google Shape;1746;p9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7" name="Google Shape;1747;p9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8" name="Google Shape;1748;p9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9" name="Google Shape;1749;p9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0" name="Google Shape;1750;p9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1" name="Google Shape;1751;p9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2" name="Google Shape;1752;p9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3" name="Google Shape;1753;p9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4" name="Google Shape;1754;p9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5" name="Google Shape;1755;p9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6" name="Google Shape;1756;p9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7" name="Google Shape;1757;p9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8" name="Google Shape;1758;p9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9" name="Google Shape;1759;p9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0" name="Google Shape;1760;p9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1" name="Google Shape;1761;p9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2" name="Google Shape;1762;p9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3" name="Google Shape;1763;p9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4" name="Google Shape;1764;p9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5" name="Google Shape;1765;p9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6" name="Google Shape;1766;p9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7" name="Google Shape;1767;p9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8" name="Google Shape;1768;p9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9" name="Google Shape;1769;p9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0" name="Google Shape;1770;p9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1" name="Google Shape;1771;p9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2" name="Google Shape;1772;p9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3" name="Google Shape;1773;p9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4" name="Google Shape;1774;p9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5" name="Google Shape;1775;p9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6" name="Google Shape;1776;p9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7" name="Google Shape;1777;p9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8" name="Google Shape;1778;p9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9" name="Google Shape;1779;p9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80" name="Google Shape;1780;p9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1781" name="Google Shape;1781;p9"/>
          <p:cNvSpPr txBox="1">
            <a:spLocks noGrp="1"/>
          </p:cNvSpPr>
          <p:nvPr>
            <p:ph type="title"/>
          </p:nvPr>
        </p:nvSpPr>
        <p:spPr>
          <a:xfrm>
            <a:off x="4171950" y="2571750"/>
            <a:ext cx="4258800" cy="6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9"/>
          <p:cNvSpPr txBox="1">
            <a:spLocks noGrp="1"/>
          </p:cNvSpPr>
          <p:nvPr>
            <p:ph type="body" idx="1"/>
          </p:nvPr>
        </p:nvSpPr>
        <p:spPr>
          <a:xfrm>
            <a:off x="4171950" y="3199443"/>
            <a:ext cx="4258800" cy="14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11"/>
          <p:cNvGrpSpPr/>
          <p:nvPr/>
        </p:nvGrpSpPr>
        <p:grpSpPr>
          <a:xfrm rot="-778054">
            <a:off x="5534929" y="143425"/>
            <a:ext cx="7706697" cy="7263245"/>
            <a:chOff x="2905900" y="1175475"/>
            <a:chExt cx="7706675" cy="7263225"/>
          </a:xfrm>
        </p:grpSpPr>
        <p:sp>
          <p:nvSpPr>
            <p:cNvPr id="1856" name="Google Shape;1856;p11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7" name="Google Shape;1857;p11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8" name="Google Shape;1858;p11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9" name="Google Shape;1859;p11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0" name="Google Shape;1860;p11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1" name="Google Shape;1861;p11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2" name="Google Shape;1862;p11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3" name="Google Shape;1863;p11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4" name="Google Shape;1864;p11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5" name="Google Shape;1865;p11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6" name="Google Shape;1866;p11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7" name="Google Shape;1867;p11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8" name="Google Shape;1868;p11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9" name="Google Shape;1869;p11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0" name="Google Shape;1870;p11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1" name="Google Shape;1871;p11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2" name="Google Shape;1872;p11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3" name="Google Shape;1873;p11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4" name="Google Shape;1874;p11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5" name="Google Shape;1875;p11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6" name="Google Shape;1876;p11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7" name="Google Shape;1877;p11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8" name="Google Shape;1878;p11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9" name="Google Shape;1879;p11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0" name="Google Shape;1880;p11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1" name="Google Shape;1881;p11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2" name="Google Shape;1882;p11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3" name="Google Shape;1883;p11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4" name="Google Shape;1884;p11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5" name="Google Shape;1885;p11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6" name="Google Shape;1886;p11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7" name="Google Shape;1887;p11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8" name="Google Shape;1888;p11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9" name="Google Shape;1889;p11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0" name="Google Shape;1890;p11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1" name="Google Shape;1891;p11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2" name="Google Shape;1892;p11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3" name="Google Shape;1893;p11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4" name="Google Shape;1894;p11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5" name="Google Shape;1895;p11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6" name="Google Shape;1896;p11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7" name="Google Shape;1897;p11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8" name="Google Shape;1898;p11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9" name="Google Shape;1899;p11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0" name="Google Shape;1900;p11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1" name="Google Shape;1901;p11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2" name="Google Shape;1902;p11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3" name="Google Shape;1903;p11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4" name="Google Shape;1904;p11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5" name="Google Shape;1905;p11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6" name="Google Shape;1906;p11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7" name="Google Shape;1907;p11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8" name="Google Shape;1908;p11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9" name="Google Shape;1909;p11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0" name="Google Shape;1910;p11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1" name="Google Shape;1911;p11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2" name="Google Shape;1912;p11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3" name="Google Shape;1913;p11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4" name="Google Shape;1914;p11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5" name="Google Shape;1915;p11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6" name="Google Shape;1916;p11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7" name="Google Shape;1917;p11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8" name="Google Shape;1918;p11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9" name="Google Shape;1919;p11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0" name="Google Shape;1920;p11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21" name="Google Shape;1921;p11"/>
          <p:cNvGrpSpPr/>
          <p:nvPr/>
        </p:nvGrpSpPr>
        <p:grpSpPr>
          <a:xfrm rot="-778054">
            <a:off x="-3380471" y="-1720525"/>
            <a:ext cx="7706697" cy="7263245"/>
            <a:chOff x="2905900" y="1175475"/>
            <a:chExt cx="7706675" cy="7263225"/>
          </a:xfrm>
        </p:grpSpPr>
        <p:sp>
          <p:nvSpPr>
            <p:cNvPr id="1922" name="Google Shape;1922;p11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3" name="Google Shape;1923;p11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4" name="Google Shape;1924;p11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5" name="Google Shape;1925;p11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6" name="Google Shape;1926;p11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7" name="Google Shape;1927;p11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8" name="Google Shape;1928;p11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9" name="Google Shape;1929;p11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0" name="Google Shape;1930;p11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1" name="Google Shape;1931;p11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2" name="Google Shape;1932;p11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3" name="Google Shape;1933;p11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4" name="Google Shape;1934;p11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5" name="Google Shape;1935;p11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6" name="Google Shape;1936;p11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7" name="Google Shape;1937;p11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8" name="Google Shape;1938;p11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9" name="Google Shape;1939;p11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0" name="Google Shape;1940;p11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1" name="Google Shape;1941;p11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2" name="Google Shape;1942;p11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3" name="Google Shape;1943;p11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4" name="Google Shape;1944;p11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5" name="Google Shape;1945;p11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6" name="Google Shape;1946;p11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7" name="Google Shape;1947;p11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8" name="Google Shape;1948;p11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9" name="Google Shape;1949;p11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0" name="Google Shape;1950;p11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1" name="Google Shape;1951;p11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2" name="Google Shape;1952;p11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3" name="Google Shape;1953;p11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4" name="Google Shape;1954;p11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5" name="Google Shape;1955;p11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6" name="Google Shape;1956;p11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7" name="Google Shape;1957;p11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8" name="Google Shape;1958;p11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9" name="Google Shape;1959;p11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0" name="Google Shape;1960;p11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1" name="Google Shape;1961;p11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2" name="Google Shape;1962;p11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3" name="Google Shape;1963;p11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4" name="Google Shape;1964;p11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5" name="Google Shape;1965;p11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6" name="Google Shape;1966;p11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7" name="Google Shape;1967;p11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8" name="Google Shape;1968;p11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9" name="Google Shape;1969;p11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0" name="Google Shape;1970;p11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1" name="Google Shape;1971;p11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2" name="Google Shape;1972;p11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3" name="Google Shape;1973;p11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4" name="Google Shape;1974;p11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5" name="Google Shape;1975;p11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6" name="Google Shape;1976;p11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7" name="Google Shape;1977;p11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8" name="Google Shape;1978;p11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9" name="Google Shape;1979;p11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0" name="Google Shape;1980;p11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1" name="Google Shape;1981;p11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2" name="Google Shape;1982;p11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3" name="Google Shape;1983;p11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4" name="Google Shape;1984;p11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5" name="Google Shape;1985;p11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6" name="Google Shape;1986;p11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87" name="Google Shape;1987;p11"/>
          <p:cNvSpPr txBox="1">
            <a:spLocks noGrp="1"/>
          </p:cNvSpPr>
          <p:nvPr>
            <p:ph type="title" hasCustomPrompt="1"/>
          </p:nvPr>
        </p:nvSpPr>
        <p:spPr>
          <a:xfrm>
            <a:off x="1737750" y="1516025"/>
            <a:ext cx="5668500" cy="99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88" name="Google Shape;1988;p11"/>
          <p:cNvSpPr txBox="1">
            <a:spLocks noGrp="1"/>
          </p:cNvSpPr>
          <p:nvPr>
            <p:ph type="body" idx="1"/>
          </p:nvPr>
        </p:nvSpPr>
        <p:spPr>
          <a:xfrm>
            <a:off x="1737738" y="3081175"/>
            <a:ext cx="5668500" cy="5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1" name="Google Shape;1991;p13"/>
          <p:cNvGrpSpPr/>
          <p:nvPr/>
        </p:nvGrpSpPr>
        <p:grpSpPr>
          <a:xfrm flipH="1">
            <a:off x="2890413" y="-1150512"/>
            <a:ext cx="9036625" cy="5462925"/>
            <a:chOff x="-1554275" y="-744050"/>
            <a:chExt cx="9036625" cy="5462925"/>
          </a:xfrm>
        </p:grpSpPr>
        <p:sp>
          <p:nvSpPr>
            <p:cNvPr id="1992" name="Google Shape;1992;p13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3" name="Google Shape;1993;p13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994" name="Google Shape;1994;p13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1995" name="Google Shape;1995;p13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5" name="Google Shape;2095;p13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6" name="Google Shape;2096;p13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7" name="Google Shape;2097;p13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8" name="Google Shape;2098;p13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9" name="Google Shape;2099;p13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0" name="Google Shape;2100;p13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1" name="Google Shape;2101;p13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2" name="Google Shape;2102;p13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3" name="Google Shape;2103;p13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4" name="Google Shape;2104;p13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5" name="Google Shape;2105;p13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6" name="Google Shape;2106;p13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7" name="Google Shape;2107;p13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8" name="Google Shape;2108;p13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9" name="Google Shape;2109;p13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0" name="Google Shape;2110;p13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1" name="Google Shape;2111;p13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2" name="Google Shape;2112;p13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3" name="Google Shape;2113;p13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4" name="Google Shape;2114;p13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5" name="Google Shape;2115;p13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6" name="Google Shape;2116;p13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2117" name="Google Shape;2117;p13"/>
          <p:cNvSpPr txBox="1">
            <a:spLocks noGrp="1"/>
          </p:cNvSpPr>
          <p:nvPr>
            <p:ph type="title" hasCustomPrompt="1"/>
          </p:nvPr>
        </p:nvSpPr>
        <p:spPr>
          <a:xfrm>
            <a:off x="717994" y="1536363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18" name="Google Shape;2118;p13"/>
          <p:cNvSpPr txBox="1">
            <a:spLocks noGrp="1"/>
          </p:cNvSpPr>
          <p:nvPr>
            <p:ph type="subTitle" idx="1"/>
          </p:nvPr>
        </p:nvSpPr>
        <p:spPr>
          <a:xfrm>
            <a:off x="1278450" y="1536375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9" name="Google Shape;2119;p13"/>
          <p:cNvSpPr txBox="1">
            <a:spLocks noGrp="1"/>
          </p:cNvSpPr>
          <p:nvPr>
            <p:ph type="subTitle" idx="2"/>
          </p:nvPr>
        </p:nvSpPr>
        <p:spPr>
          <a:xfrm>
            <a:off x="1278449" y="2043613"/>
            <a:ext cx="22587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0" name="Google Shape;2120;p13"/>
          <p:cNvSpPr txBox="1">
            <a:spLocks noGrp="1"/>
          </p:cNvSpPr>
          <p:nvPr>
            <p:ph type="title" idx="3" hasCustomPrompt="1"/>
          </p:nvPr>
        </p:nvSpPr>
        <p:spPr>
          <a:xfrm>
            <a:off x="4592704" y="1536363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1" name="Google Shape;2121;p13"/>
          <p:cNvSpPr txBox="1">
            <a:spLocks noGrp="1"/>
          </p:cNvSpPr>
          <p:nvPr>
            <p:ph type="subTitle" idx="4"/>
          </p:nvPr>
        </p:nvSpPr>
        <p:spPr>
          <a:xfrm>
            <a:off x="5147526" y="1536375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2" name="Google Shape;2122;p13"/>
          <p:cNvSpPr txBox="1">
            <a:spLocks noGrp="1"/>
          </p:cNvSpPr>
          <p:nvPr>
            <p:ph type="subTitle" idx="5"/>
          </p:nvPr>
        </p:nvSpPr>
        <p:spPr>
          <a:xfrm>
            <a:off x="5147519" y="2043613"/>
            <a:ext cx="22587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3" name="Google Shape;2123;p13"/>
          <p:cNvSpPr txBox="1">
            <a:spLocks noGrp="1"/>
          </p:cNvSpPr>
          <p:nvPr>
            <p:ph type="title" idx="6" hasCustomPrompt="1"/>
          </p:nvPr>
        </p:nvSpPr>
        <p:spPr>
          <a:xfrm>
            <a:off x="717994" y="3326299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4" name="Google Shape;2124;p13"/>
          <p:cNvSpPr txBox="1">
            <a:spLocks noGrp="1"/>
          </p:cNvSpPr>
          <p:nvPr>
            <p:ph type="subTitle" idx="7"/>
          </p:nvPr>
        </p:nvSpPr>
        <p:spPr>
          <a:xfrm>
            <a:off x="1278450" y="3326302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5" name="Google Shape;2125;p13"/>
          <p:cNvSpPr txBox="1">
            <a:spLocks noGrp="1"/>
          </p:cNvSpPr>
          <p:nvPr>
            <p:ph type="subTitle" idx="8"/>
          </p:nvPr>
        </p:nvSpPr>
        <p:spPr>
          <a:xfrm>
            <a:off x="1278449" y="3830263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6" name="Google Shape;2126;p13"/>
          <p:cNvSpPr txBox="1">
            <a:spLocks noGrp="1"/>
          </p:cNvSpPr>
          <p:nvPr>
            <p:ph type="title" idx="9" hasCustomPrompt="1"/>
          </p:nvPr>
        </p:nvSpPr>
        <p:spPr>
          <a:xfrm>
            <a:off x="4592704" y="3326299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7" name="Google Shape;2127;p13"/>
          <p:cNvSpPr txBox="1">
            <a:spLocks noGrp="1"/>
          </p:cNvSpPr>
          <p:nvPr>
            <p:ph type="subTitle" idx="13"/>
          </p:nvPr>
        </p:nvSpPr>
        <p:spPr>
          <a:xfrm>
            <a:off x="5147526" y="3326302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8" name="Google Shape;2128;p13"/>
          <p:cNvSpPr txBox="1">
            <a:spLocks noGrp="1"/>
          </p:cNvSpPr>
          <p:nvPr>
            <p:ph type="subTitle" idx="14"/>
          </p:nvPr>
        </p:nvSpPr>
        <p:spPr>
          <a:xfrm>
            <a:off x="5147519" y="3830263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9" name="Google Shape;2129;p13"/>
          <p:cNvSpPr txBox="1">
            <a:spLocks noGrp="1"/>
          </p:cNvSpPr>
          <p:nvPr>
            <p:ph type="title" idx="15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5"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14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2132" name="Google Shape;2132;p14"/>
          <p:cNvGrpSpPr/>
          <p:nvPr/>
        </p:nvGrpSpPr>
        <p:grpSpPr>
          <a:xfrm rot="-7965303">
            <a:off x="934445" y="2655105"/>
            <a:ext cx="7707067" cy="7263594"/>
            <a:chOff x="2905900" y="1175475"/>
            <a:chExt cx="7706675" cy="7263225"/>
          </a:xfrm>
        </p:grpSpPr>
        <p:sp>
          <p:nvSpPr>
            <p:cNvPr id="2133" name="Google Shape;2133;p14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4" name="Google Shape;2134;p14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5" name="Google Shape;2135;p14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6" name="Google Shape;2136;p14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7" name="Google Shape;2137;p14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8" name="Google Shape;2138;p14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9" name="Google Shape;2139;p14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0" name="Google Shape;2140;p14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1" name="Google Shape;2141;p14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2" name="Google Shape;2142;p14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3" name="Google Shape;2143;p14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4" name="Google Shape;2144;p14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5" name="Google Shape;2145;p14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6" name="Google Shape;2146;p14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7" name="Google Shape;2147;p14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8" name="Google Shape;2148;p14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9" name="Google Shape;2149;p14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0" name="Google Shape;2150;p14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1" name="Google Shape;2151;p14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2" name="Google Shape;2152;p14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3" name="Google Shape;2153;p14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4" name="Google Shape;2154;p14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5" name="Google Shape;2155;p14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6" name="Google Shape;2156;p14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7" name="Google Shape;2157;p14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8" name="Google Shape;2158;p14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9" name="Google Shape;2159;p14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0" name="Google Shape;2160;p14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1" name="Google Shape;2161;p14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2" name="Google Shape;2162;p14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3" name="Google Shape;2163;p14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4" name="Google Shape;2164;p14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5" name="Google Shape;2165;p14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6" name="Google Shape;2166;p14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7" name="Google Shape;2167;p14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8" name="Google Shape;2168;p14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9" name="Google Shape;2169;p14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0" name="Google Shape;2170;p14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1" name="Google Shape;2171;p14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2" name="Google Shape;2172;p14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3" name="Google Shape;2173;p14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4" name="Google Shape;2174;p14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5" name="Google Shape;2175;p14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6" name="Google Shape;2176;p14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7" name="Google Shape;2177;p14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8" name="Google Shape;2178;p14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9" name="Google Shape;2179;p14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0" name="Google Shape;2180;p14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1" name="Google Shape;2181;p14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2" name="Google Shape;2182;p14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3" name="Google Shape;2183;p14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4" name="Google Shape;2184;p14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5" name="Google Shape;2185;p14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6" name="Google Shape;2186;p14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7" name="Google Shape;2187;p14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8" name="Google Shape;2188;p14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9" name="Google Shape;2189;p14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0" name="Google Shape;2190;p14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1" name="Google Shape;2191;p14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2" name="Google Shape;2192;p14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3" name="Google Shape;2193;p14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4" name="Google Shape;2194;p14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5" name="Google Shape;2195;p14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6" name="Google Shape;2196;p14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7" name="Google Shape;2197;p14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198" name="Google Shape;2198;p14"/>
          <p:cNvGrpSpPr/>
          <p:nvPr/>
        </p:nvGrpSpPr>
        <p:grpSpPr>
          <a:xfrm rot="-7086614">
            <a:off x="3837710" y="-5493679"/>
            <a:ext cx="7707175" cy="7263697"/>
            <a:chOff x="2905900" y="1175475"/>
            <a:chExt cx="7706675" cy="7263225"/>
          </a:xfrm>
        </p:grpSpPr>
        <p:sp>
          <p:nvSpPr>
            <p:cNvPr id="2199" name="Google Shape;2199;p14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0" name="Google Shape;2200;p14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1" name="Google Shape;2201;p14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2" name="Google Shape;2202;p14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3" name="Google Shape;2203;p14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4" name="Google Shape;2204;p14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5" name="Google Shape;2205;p14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6" name="Google Shape;2206;p14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7" name="Google Shape;2207;p14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8" name="Google Shape;2208;p14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9" name="Google Shape;2209;p14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0" name="Google Shape;2210;p14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1" name="Google Shape;2211;p14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2" name="Google Shape;2212;p14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3" name="Google Shape;2213;p14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4" name="Google Shape;2214;p14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5" name="Google Shape;2215;p14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6" name="Google Shape;2216;p14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7" name="Google Shape;2217;p14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8" name="Google Shape;2218;p14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9" name="Google Shape;2219;p14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0" name="Google Shape;2220;p14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1" name="Google Shape;2221;p14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2" name="Google Shape;2222;p14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3" name="Google Shape;2223;p14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4" name="Google Shape;2224;p14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5" name="Google Shape;2225;p14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14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7" name="Google Shape;2227;p14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8" name="Google Shape;2228;p14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9" name="Google Shape;2229;p14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0" name="Google Shape;2230;p14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1" name="Google Shape;2231;p14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2" name="Google Shape;2232;p14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3" name="Google Shape;2233;p14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4" name="Google Shape;2234;p14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5" name="Google Shape;2235;p14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6" name="Google Shape;2236;p14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7" name="Google Shape;2237;p14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8" name="Google Shape;2238;p14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9" name="Google Shape;2239;p14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0" name="Google Shape;2240;p14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1" name="Google Shape;2241;p14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2" name="Google Shape;2242;p14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3" name="Google Shape;2243;p14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4" name="Google Shape;2244;p14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5" name="Google Shape;2245;p14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6" name="Google Shape;2246;p14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7" name="Google Shape;2247;p14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8" name="Google Shape;2248;p14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9" name="Google Shape;2249;p14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0" name="Google Shape;2250;p14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1" name="Google Shape;2251;p14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2" name="Google Shape;2252;p14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3" name="Google Shape;2253;p14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4" name="Google Shape;2254;p14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5" name="Google Shape;2255;p14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6" name="Google Shape;2256;p14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7" name="Google Shape;2257;p14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8" name="Google Shape;2258;p14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9" name="Google Shape;2259;p14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0" name="Google Shape;2260;p14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1" name="Google Shape;2261;p14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2" name="Google Shape;2262;p14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3" name="Google Shape;2263;p14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_1"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15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2266" name="Google Shape;2266;p15"/>
          <p:cNvGrpSpPr/>
          <p:nvPr/>
        </p:nvGrpSpPr>
        <p:grpSpPr>
          <a:xfrm rot="10800000">
            <a:off x="1004463" y="-4739862"/>
            <a:ext cx="9036625" cy="5462925"/>
            <a:chOff x="-1554275" y="-744050"/>
            <a:chExt cx="9036625" cy="5462925"/>
          </a:xfrm>
        </p:grpSpPr>
        <p:sp>
          <p:nvSpPr>
            <p:cNvPr id="2267" name="Google Shape;2267;p15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8" name="Google Shape;2268;p15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269" name="Google Shape;2269;p15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2270" name="Google Shape;2270;p15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1" name="Google Shape;2271;p15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2" name="Google Shape;2272;p15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3" name="Google Shape;2273;p15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4" name="Google Shape;2274;p15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5" name="Google Shape;2275;p15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6" name="Google Shape;2276;p15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7" name="Google Shape;2277;p15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8" name="Google Shape;2278;p15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9" name="Google Shape;2279;p15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0" name="Google Shape;2280;p15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1" name="Google Shape;2281;p15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2" name="Google Shape;2282;p15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3" name="Google Shape;2283;p15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4" name="Google Shape;2284;p15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5" name="Google Shape;2285;p15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6" name="Google Shape;2286;p15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7" name="Google Shape;2287;p15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8" name="Google Shape;2288;p15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9" name="Google Shape;2289;p15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0" name="Google Shape;2290;p15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1" name="Google Shape;2291;p15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2" name="Google Shape;2292;p15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3" name="Google Shape;2293;p15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4" name="Google Shape;2294;p15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5" name="Google Shape;2295;p15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6" name="Google Shape;2296;p15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7" name="Google Shape;2297;p15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8" name="Google Shape;2298;p15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9" name="Google Shape;2299;p15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0" name="Google Shape;2300;p15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1" name="Google Shape;2301;p15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2" name="Google Shape;2302;p15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3" name="Google Shape;2303;p15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4" name="Google Shape;2304;p15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5" name="Google Shape;2305;p15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6" name="Google Shape;2306;p15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7" name="Google Shape;2307;p15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8" name="Google Shape;2308;p15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9" name="Google Shape;2309;p15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0" name="Google Shape;2310;p15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1" name="Google Shape;2311;p15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2" name="Google Shape;2312;p15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3" name="Google Shape;2313;p15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4" name="Google Shape;2314;p15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5" name="Google Shape;2315;p15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6" name="Google Shape;2316;p15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7" name="Google Shape;2317;p15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8" name="Google Shape;2318;p15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9" name="Google Shape;2319;p15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0" name="Google Shape;2320;p15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1" name="Google Shape;2321;p15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2" name="Google Shape;2322;p15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3" name="Google Shape;2323;p15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4" name="Google Shape;2324;p15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5" name="Google Shape;2325;p15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6" name="Google Shape;2326;p15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7" name="Google Shape;2327;p15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8" name="Google Shape;2328;p15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9" name="Google Shape;2329;p15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0" name="Google Shape;2330;p15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1" name="Google Shape;2331;p15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2" name="Google Shape;2332;p15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3" name="Google Shape;2333;p15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4" name="Google Shape;2334;p15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5" name="Google Shape;2335;p15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6" name="Google Shape;2336;p15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7" name="Google Shape;2337;p15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8" name="Google Shape;2338;p15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9" name="Google Shape;2339;p15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0" name="Google Shape;2340;p15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1" name="Google Shape;2341;p15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2" name="Google Shape;2342;p15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3" name="Google Shape;2343;p15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4" name="Google Shape;2344;p15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5" name="Google Shape;2345;p15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6" name="Google Shape;2346;p15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7" name="Google Shape;2347;p15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8" name="Google Shape;2348;p15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9" name="Google Shape;2349;p15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0" name="Google Shape;2350;p15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1" name="Google Shape;2351;p15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2" name="Google Shape;2352;p15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3" name="Google Shape;2353;p15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4" name="Google Shape;2354;p15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5" name="Google Shape;2355;p15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6" name="Google Shape;2356;p15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7" name="Google Shape;2357;p15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8" name="Google Shape;2358;p15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9" name="Google Shape;2359;p15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0" name="Google Shape;2360;p15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1" name="Google Shape;2361;p15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2" name="Google Shape;2362;p15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3" name="Google Shape;2363;p15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4" name="Google Shape;2364;p15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5" name="Google Shape;2365;p15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6" name="Google Shape;2366;p15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7" name="Google Shape;2367;p15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8" name="Google Shape;2368;p15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9" name="Google Shape;2369;p15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0" name="Google Shape;2370;p15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1" name="Google Shape;2371;p15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2" name="Google Shape;2372;p15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3" name="Google Shape;2373;p15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4" name="Google Shape;2374;p15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5" name="Google Shape;2375;p15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6" name="Google Shape;2376;p15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7" name="Google Shape;2377;p15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8" name="Google Shape;2378;p15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9" name="Google Shape;2379;p15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0" name="Google Shape;2380;p15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1" name="Google Shape;2381;p15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2" name="Google Shape;2382;p15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3" name="Google Shape;2383;p15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4" name="Google Shape;2384;p15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5" name="Google Shape;2385;p15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6" name="Google Shape;2386;p15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7" name="Google Shape;2387;p15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8" name="Google Shape;2388;p15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9" name="Google Shape;2389;p15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0" name="Google Shape;2390;p15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1" name="Google Shape;2391;p15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7"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16"/>
          <p:cNvGrpSpPr/>
          <p:nvPr/>
        </p:nvGrpSpPr>
        <p:grpSpPr>
          <a:xfrm>
            <a:off x="-1446125" y="-2599650"/>
            <a:ext cx="9206200" cy="7199075"/>
            <a:chOff x="-3560675" y="-1695025"/>
            <a:chExt cx="9206200" cy="7199075"/>
          </a:xfrm>
        </p:grpSpPr>
        <p:sp>
          <p:nvSpPr>
            <p:cNvPr id="2394" name="Google Shape;2394;p16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5" name="Google Shape;2395;p16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6" name="Google Shape;2396;p16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397" name="Google Shape;2397;p16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2398" name="Google Shape;2398;p16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9" name="Google Shape;2399;p16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00" name="Google Shape;2400;p16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01" name="Google Shape;2401;p16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02" name="Google Shape;2402;p16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2403" name="Google Shape;2403;p16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2404" name="Google Shape;2404;p16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05" name="Google Shape;2405;p16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06" name="Google Shape;2406;p16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07" name="Google Shape;2407;p16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08" name="Google Shape;2408;p16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09" name="Google Shape;2409;p16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0" name="Google Shape;2410;p16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1" name="Google Shape;2411;p16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2" name="Google Shape;2412;p16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3" name="Google Shape;2413;p16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4" name="Google Shape;2414;p16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5" name="Google Shape;2415;p16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6" name="Google Shape;2416;p16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7" name="Google Shape;2417;p16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8" name="Google Shape;2418;p16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9" name="Google Shape;2419;p16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0" name="Google Shape;2420;p16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1" name="Google Shape;2421;p16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2" name="Google Shape;2422;p16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3" name="Google Shape;2423;p16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4" name="Google Shape;2424;p16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5" name="Google Shape;2425;p16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6" name="Google Shape;2426;p16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7" name="Google Shape;2427;p16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8" name="Google Shape;2428;p16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9" name="Google Shape;2429;p16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0" name="Google Shape;2430;p16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1" name="Google Shape;2431;p16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2" name="Google Shape;2432;p16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3" name="Google Shape;2433;p16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4" name="Google Shape;2434;p16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5" name="Google Shape;2435;p16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6" name="Google Shape;2436;p16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7" name="Google Shape;2437;p16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8" name="Google Shape;2438;p16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9" name="Google Shape;2439;p16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0" name="Google Shape;2440;p16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1" name="Google Shape;2441;p16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2" name="Google Shape;2442;p16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3" name="Google Shape;2443;p16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4" name="Google Shape;2444;p16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5" name="Google Shape;2445;p16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6" name="Google Shape;2446;p16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7" name="Google Shape;2447;p16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8" name="Google Shape;2448;p16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9" name="Google Shape;2449;p16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0" name="Google Shape;2450;p16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1" name="Google Shape;2451;p16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2" name="Google Shape;2452;p16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3" name="Google Shape;2453;p16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4" name="Google Shape;2454;p16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5" name="Google Shape;2455;p16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6" name="Google Shape;2456;p16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7" name="Google Shape;2457;p16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8" name="Google Shape;2458;p16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9" name="Google Shape;2459;p16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60" name="Google Shape;2460;p16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61" name="Google Shape;2461;p16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2462" name="Google Shape;2462;p16"/>
          <p:cNvSpPr txBox="1">
            <a:spLocks noGrp="1"/>
          </p:cNvSpPr>
          <p:nvPr>
            <p:ph type="title"/>
          </p:nvPr>
        </p:nvSpPr>
        <p:spPr>
          <a:xfrm>
            <a:off x="4772350" y="3051700"/>
            <a:ext cx="3487200" cy="48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463" name="Google Shape;2463;p16"/>
          <p:cNvSpPr txBox="1">
            <a:spLocks noGrp="1"/>
          </p:cNvSpPr>
          <p:nvPr>
            <p:ph type="subTitle" idx="1"/>
          </p:nvPr>
        </p:nvSpPr>
        <p:spPr>
          <a:xfrm>
            <a:off x="4772275" y="1610025"/>
            <a:ext cx="3487200" cy="14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">
    <p:spTree>
      <p:nvGrpSpPr>
        <p:cNvPr id="1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5" name="Google Shape;2465;p17"/>
          <p:cNvGrpSpPr/>
          <p:nvPr/>
        </p:nvGrpSpPr>
        <p:grpSpPr>
          <a:xfrm rot="10800000" flipH="1">
            <a:off x="-672042" y="438157"/>
            <a:ext cx="10488084" cy="6107348"/>
            <a:chOff x="-120550" y="-133450"/>
            <a:chExt cx="7847425" cy="4570000"/>
          </a:xfrm>
        </p:grpSpPr>
        <p:sp>
          <p:nvSpPr>
            <p:cNvPr id="2466" name="Google Shape;2466;p17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7" name="Google Shape;2467;p17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8" name="Google Shape;2468;p17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9" name="Google Shape;2469;p17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0" name="Google Shape;2470;p17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1" name="Google Shape;2471;p17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2" name="Google Shape;2472;p17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3" name="Google Shape;2473;p17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4" name="Google Shape;2474;p17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5" name="Google Shape;2475;p17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6" name="Google Shape;2476;p17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7" name="Google Shape;2477;p17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8" name="Google Shape;2478;p17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9" name="Google Shape;2479;p17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0" name="Google Shape;2480;p17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1" name="Google Shape;2481;p17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2" name="Google Shape;2482;p17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3" name="Google Shape;2483;p17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4" name="Google Shape;2484;p17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5" name="Google Shape;2485;p17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6" name="Google Shape;2486;p17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7" name="Google Shape;2487;p17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8" name="Google Shape;2488;p17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9" name="Google Shape;2489;p17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0" name="Google Shape;2490;p17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1" name="Google Shape;2491;p17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2" name="Google Shape;2492;p17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3" name="Google Shape;2493;p17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4" name="Google Shape;2494;p17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5" name="Google Shape;2495;p17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6" name="Google Shape;2496;p17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7" name="Google Shape;2497;p17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8" name="Google Shape;2498;p17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9" name="Google Shape;2499;p17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0" name="Google Shape;2500;p17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1" name="Google Shape;2501;p17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2" name="Google Shape;2502;p17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3" name="Google Shape;2503;p17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4" name="Google Shape;2504;p17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5" name="Google Shape;2505;p17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6" name="Google Shape;2506;p17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7" name="Google Shape;2507;p17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8" name="Google Shape;2508;p17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9" name="Google Shape;2509;p17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0" name="Google Shape;2510;p17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1" name="Google Shape;2511;p17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2" name="Google Shape;2512;p17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3" name="Google Shape;2513;p17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4" name="Google Shape;2514;p17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5" name="Google Shape;2515;p17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6" name="Google Shape;2516;p17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7" name="Google Shape;2517;p17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8" name="Google Shape;2518;p17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9" name="Google Shape;2519;p17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0" name="Google Shape;2520;p17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1" name="Google Shape;2521;p17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2" name="Google Shape;2522;p17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3" name="Google Shape;2523;p17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4" name="Google Shape;2524;p17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5" name="Google Shape;2525;p17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6" name="Google Shape;2526;p17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7" name="Google Shape;2527;p17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8" name="Google Shape;2528;p17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9" name="Google Shape;2529;p17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0" name="Google Shape;2530;p17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1" name="Google Shape;2531;p17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2" name="Google Shape;2532;p17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3" name="Google Shape;2533;p17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4" name="Google Shape;2534;p17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5" name="Google Shape;2535;p17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6" name="Google Shape;2536;p17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7" name="Google Shape;2537;p17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8" name="Google Shape;2538;p17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9" name="Google Shape;2539;p17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0" name="Google Shape;2540;p17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1" name="Google Shape;2541;p17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2" name="Google Shape;2542;p17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3" name="Google Shape;2543;p17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4" name="Google Shape;2544;p17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5" name="Google Shape;2545;p17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6" name="Google Shape;2546;p17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7" name="Google Shape;2547;p17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8" name="Google Shape;2548;p17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9" name="Google Shape;2549;p17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0" name="Google Shape;2550;p17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1" name="Google Shape;2551;p17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2" name="Google Shape;2552;p17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3" name="Google Shape;2553;p17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4" name="Google Shape;2554;p17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5" name="Google Shape;2555;p17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6" name="Google Shape;2556;p17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7" name="Google Shape;2557;p17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8" name="Google Shape;2558;p17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9" name="Google Shape;2559;p17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0" name="Google Shape;2560;p17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1" name="Google Shape;2561;p17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2" name="Google Shape;2562;p17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3" name="Google Shape;2563;p17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4" name="Google Shape;2564;p17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5" name="Google Shape;2565;p17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6" name="Google Shape;2566;p17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7" name="Google Shape;2567;p17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8" name="Google Shape;2568;p17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9" name="Google Shape;2569;p17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0" name="Google Shape;2570;p17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1" name="Google Shape;2571;p17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2" name="Google Shape;2572;p17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3" name="Google Shape;2573;p17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4" name="Google Shape;2574;p17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5" name="Google Shape;2575;p17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6" name="Google Shape;2576;p17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7" name="Google Shape;2577;p17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8" name="Google Shape;2578;p17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9" name="Google Shape;2579;p17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0" name="Google Shape;2580;p17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1" name="Google Shape;2581;p17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2" name="Google Shape;2582;p17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3" name="Google Shape;2583;p17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4" name="Google Shape;2584;p17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5" name="Google Shape;2585;p17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6" name="Google Shape;2586;p17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7" name="Google Shape;2587;p17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8" name="Google Shape;2588;p17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9" name="Google Shape;2589;p17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0" name="Google Shape;2590;p17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1" name="Google Shape;2591;p17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2" name="Google Shape;2592;p17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3" name="Google Shape;2593;p17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4" name="Google Shape;2594;p17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5" name="Google Shape;2595;p17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6" name="Google Shape;2596;p17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7" name="Google Shape;2597;p17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8" name="Google Shape;2598;p17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9" name="Google Shape;2599;p17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0" name="Google Shape;2600;p17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1" name="Google Shape;2601;p17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2" name="Google Shape;2602;p17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3" name="Google Shape;2603;p17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4" name="Google Shape;2604;p17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5" name="Google Shape;2605;p17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6" name="Google Shape;2606;p17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7" name="Google Shape;2607;p17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8" name="Google Shape;2608;p17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9" name="Google Shape;2609;p17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0" name="Google Shape;2610;p17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1" name="Google Shape;2611;p17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2" name="Google Shape;2612;p17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3" name="Google Shape;2613;p17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4" name="Google Shape;2614;p17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5" name="Google Shape;2615;p17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6" name="Google Shape;2616;p17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7" name="Google Shape;2617;p17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8" name="Google Shape;2618;p17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9" name="Google Shape;2619;p17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0" name="Google Shape;2620;p17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1" name="Google Shape;2621;p17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2" name="Google Shape;2622;p17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3" name="Google Shape;2623;p17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4" name="Google Shape;2624;p17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5" name="Google Shape;2625;p17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6" name="Google Shape;2626;p17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7" name="Google Shape;2627;p17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8" name="Google Shape;2628;p17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9" name="Google Shape;2629;p17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0" name="Google Shape;2630;p17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1" name="Google Shape;2631;p17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2" name="Google Shape;2632;p17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3" name="Google Shape;2633;p17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4" name="Google Shape;2634;p17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5" name="Google Shape;2635;p17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6" name="Google Shape;2636;p17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7" name="Google Shape;2637;p17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8" name="Google Shape;2638;p17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9" name="Google Shape;2639;p17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0" name="Google Shape;2640;p17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1" name="Google Shape;2641;p17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2" name="Google Shape;2642;p17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3" name="Google Shape;2643;p17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4" name="Google Shape;2644;p17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5" name="Google Shape;2645;p17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6" name="Google Shape;2646;p17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7" name="Google Shape;2647;p17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8" name="Google Shape;2648;p17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9" name="Google Shape;2649;p17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0" name="Google Shape;2650;p17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1" name="Google Shape;2651;p17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2" name="Google Shape;2652;p17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3" name="Google Shape;2653;p17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4" name="Google Shape;2654;p17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5" name="Google Shape;2655;p17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6" name="Google Shape;2656;p17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7" name="Google Shape;2657;p17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8" name="Google Shape;2658;p17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9" name="Google Shape;2659;p17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0" name="Google Shape;2660;p17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1" name="Google Shape;2661;p17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2" name="Google Shape;2662;p17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3" name="Google Shape;2663;p17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4" name="Google Shape;2664;p17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5" name="Google Shape;2665;p17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6" name="Google Shape;2666;p17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7" name="Google Shape;2667;p17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8" name="Google Shape;2668;p17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9" name="Google Shape;2669;p17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0" name="Google Shape;2670;p17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1" name="Google Shape;2671;p17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2" name="Google Shape;2672;p17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3" name="Google Shape;2673;p17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4" name="Google Shape;2674;p17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5" name="Google Shape;2675;p17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6" name="Google Shape;2676;p17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7" name="Google Shape;2677;p17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8" name="Google Shape;2678;p17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9" name="Google Shape;2679;p17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0" name="Google Shape;2680;p17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1" name="Google Shape;2681;p17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2" name="Google Shape;2682;p17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3" name="Google Shape;2683;p17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4" name="Google Shape;2684;p17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5" name="Google Shape;2685;p17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6" name="Google Shape;2686;p17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7" name="Google Shape;2687;p17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8" name="Google Shape;2688;p17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9" name="Google Shape;2689;p17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0" name="Google Shape;2690;p17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1" name="Google Shape;2691;p17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2" name="Google Shape;2692;p17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3" name="Google Shape;2693;p17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4" name="Google Shape;2694;p17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5" name="Google Shape;2695;p17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6" name="Google Shape;2696;p17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7" name="Google Shape;2697;p17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8" name="Google Shape;2698;p17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9" name="Google Shape;2699;p17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0" name="Google Shape;2700;p17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1" name="Google Shape;2701;p17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2" name="Google Shape;2702;p17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3" name="Google Shape;2703;p17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4" name="Google Shape;2704;p17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5" name="Google Shape;2705;p17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6" name="Google Shape;2706;p17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7" name="Google Shape;2707;p17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8" name="Google Shape;2708;p17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9" name="Google Shape;2709;p17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0" name="Google Shape;2710;p17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1" name="Google Shape;2711;p17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2" name="Google Shape;2712;p17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3" name="Google Shape;2713;p17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4" name="Google Shape;2714;p17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5" name="Google Shape;2715;p17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6" name="Google Shape;2716;p17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7" name="Google Shape;2717;p17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8" name="Google Shape;2718;p17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9" name="Google Shape;2719;p17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0" name="Google Shape;2720;p17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1" name="Google Shape;2721;p17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2" name="Google Shape;2722;p17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3" name="Google Shape;2723;p17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4" name="Google Shape;2724;p17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5" name="Google Shape;2725;p17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6" name="Google Shape;2726;p17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7" name="Google Shape;2727;p17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8" name="Google Shape;2728;p17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9" name="Google Shape;2729;p17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0" name="Google Shape;2730;p17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1" name="Google Shape;2731;p17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2" name="Google Shape;2732;p17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3" name="Google Shape;2733;p17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4" name="Google Shape;2734;p17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5" name="Google Shape;2735;p17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6" name="Google Shape;2736;p17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7" name="Google Shape;2737;p17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8" name="Google Shape;2738;p17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9" name="Google Shape;2739;p17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0" name="Google Shape;2740;p17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1" name="Google Shape;2741;p17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2" name="Google Shape;2742;p17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3" name="Google Shape;2743;p17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4" name="Google Shape;2744;p17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5" name="Google Shape;2745;p17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6" name="Google Shape;2746;p17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7" name="Google Shape;2747;p17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8" name="Google Shape;2748;p17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9" name="Google Shape;2749;p17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0" name="Google Shape;2750;p17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1" name="Google Shape;2751;p17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2" name="Google Shape;2752;p17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3" name="Google Shape;2753;p17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4" name="Google Shape;2754;p17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5" name="Google Shape;2755;p17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6" name="Google Shape;2756;p17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7" name="Google Shape;2757;p17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8" name="Google Shape;2758;p17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9" name="Google Shape;2759;p17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0" name="Google Shape;2760;p17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1" name="Google Shape;2761;p17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2" name="Google Shape;2762;p17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3" name="Google Shape;2763;p17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4" name="Google Shape;2764;p17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5" name="Google Shape;2765;p17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6" name="Google Shape;2766;p17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7" name="Google Shape;2767;p17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8" name="Google Shape;2768;p17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9" name="Google Shape;2769;p17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0" name="Google Shape;2770;p17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1" name="Google Shape;2771;p17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2" name="Google Shape;2772;p17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3" name="Google Shape;2773;p17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4" name="Google Shape;2774;p17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5" name="Google Shape;2775;p17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6" name="Google Shape;2776;p17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7" name="Google Shape;2777;p17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8" name="Google Shape;2778;p17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9" name="Google Shape;2779;p17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0" name="Google Shape;2780;p17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1" name="Google Shape;2781;p17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2" name="Google Shape;2782;p17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3" name="Google Shape;2783;p17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4" name="Google Shape;2784;p17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5" name="Google Shape;2785;p17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6" name="Google Shape;2786;p17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7" name="Google Shape;2787;p17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8" name="Google Shape;2788;p17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789" name="Google Shape;2789;p17"/>
          <p:cNvSpPr txBox="1">
            <a:spLocks noGrp="1"/>
          </p:cNvSpPr>
          <p:nvPr>
            <p:ph type="subTitle" idx="1"/>
          </p:nvPr>
        </p:nvSpPr>
        <p:spPr>
          <a:xfrm>
            <a:off x="1095375" y="2236821"/>
            <a:ext cx="2952900" cy="1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90" name="Google Shape;2790;p17"/>
          <p:cNvSpPr txBox="1">
            <a:spLocks noGrp="1"/>
          </p:cNvSpPr>
          <p:nvPr>
            <p:ph type="title"/>
          </p:nvPr>
        </p:nvSpPr>
        <p:spPr>
          <a:xfrm>
            <a:off x="1085975" y="1615227"/>
            <a:ext cx="2952900" cy="6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8">
    <p:spTree>
      <p:nvGrpSpPr>
        <p:cNvPr id="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2" name="Google Shape;2792;p18"/>
          <p:cNvGrpSpPr/>
          <p:nvPr/>
        </p:nvGrpSpPr>
        <p:grpSpPr>
          <a:xfrm rot="10800000" flipH="1">
            <a:off x="-3046325" y="-455562"/>
            <a:ext cx="9206200" cy="7199075"/>
            <a:chOff x="-3560675" y="-1695025"/>
            <a:chExt cx="9206200" cy="7199075"/>
          </a:xfrm>
        </p:grpSpPr>
        <p:sp>
          <p:nvSpPr>
            <p:cNvPr id="2793" name="Google Shape;2793;p18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796" name="Google Shape;2796;p18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2797" name="Google Shape;2797;p18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98" name="Google Shape;2798;p18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99" name="Google Shape;2799;p18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00" name="Google Shape;2800;p18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01" name="Google Shape;2801;p18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2802" name="Google Shape;2802;p18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2803" name="Google Shape;2803;p18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4" name="Google Shape;2804;p18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5" name="Google Shape;2805;p18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6" name="Google Shape;2806;p18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7" name="Google Shape;2807;p18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8" name="Google Shape;2808;p18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9" name="Google Shape;2809;p18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0" name="Google Shape;2810;p18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1" name="Google Shape;2811;p18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2" name="Google Shape;2812;p18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3" name="Google Shape;2813;p18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4" name="Google Shape;2814;p18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5" name="Google Shape;2815;p18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6" name="Google Shape;2816;p18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7" name="Google Shape;2817;p18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8" name="Google Shape;2818;p18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9" name="Google Shape;2819;p18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0" name="Google Shape;2820;p18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1" name="Google Shape;2821;p18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2" name="Google Shape;2822;p18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3" name="Google Shape;2823;p18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4" name="Google Shape;2824;p18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5" name="Google Shape;2825;p18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6" name="Google Shape;2826;p18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7" name="Google Shape;2827;p18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8" name="Google Shape;2828;p18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9" name="Google Shape;2829;p18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0" name="Google Shape;2830;p18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1" name="Google Shape;2831;p18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2" name="Google Shape;2832;p18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3" name="Google Shape;2833;p18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4" name="Google Shape;2834;p18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5" name="Google Shape;2835;p18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6" name="Google Shape;2836;p18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7" name="Google Shape;2837;p18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8" name="Google Shape;2838;p18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9" name="Google Shape;2839;p18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0" name="Google Shape;2840;p18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1" name="Google Shape;2841;p18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2" name="Google Shape;2842;p18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3" name="Google Shape;2843;p18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4" name="Google Shape;2844;p18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5" name="Google Shape;2845;p18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6" name="Google Shape;2846;p18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7" name="Google Shape;2847;p18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8" name="Google Shape;2848;p18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9" name="Google Shape;2849;p18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0" name="Google Shape;2850;p18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1" name="Google Shape;2851;p18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2" name="Google Shape;2852;p18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3" name="Google Shape;2853;p18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4" name="Google Shape;2854;p18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5" name="Google Shape;2855;p18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6" name="Google Shape;2856;p18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7" name="Google Shape;2857;p18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8" name="Google Shape;2858;p18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9" name="Google Shape;2859;p18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60" name="Google Shape;2860;p18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2861" name="Google Shape;2861;p18"/>
          <p:cNvSpPr txBox="1">
            <a:spLocks noGrp="1"/>
          </p:cNvSpPr>
          <p:nvPr>
            <p:ph type="subTitle" idx="1"/>
          </p:nvPr>
        </p:nvSpPr>
        <p:spPr>
          <a:xfrm>
            <a:off x="4905375" y="2268425"/>
            <a:ext cx="25050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62" name="Google Shape;2862;p18"/>
          <p:cNvSpPr txBox="1">
            <a:spLocks noGrp="1"/>
          </p:cNvSpPr>
          <p:nvPr>
            <p:ph type="title"/>
          </p:nvPr>
        </p:nvSpPr>
        <p:spPr>
          <a:xfrm>
            <a:off x="4905375" y="1565225"/>
            <a:ext cx="25050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3">
    <p:spTree>
      <p:nvGrpSpPr>
        <p:cNvPr id="1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p19"/>
          <p:cNvSpPr txBox="1">
            <a:spLocks noGrp="1"/>
          </p:cNvSpPr>
          <p:nvPr>
            <p:ph type="body" idx="1"/>
          </p:nvPr>
        </p:nvSpPr>
        <p:spPr>
          <a:xfrm>
            <a:off x="712175" y="3720764"/>
            <a:ext cx="2506200" cy="6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65" name="Google Shape;2865;p19"/>
          <p:cNvSpPr txBox="1">
            <a:spLocks noGrp="1"/>
          </p:cNvSpPr>
          <p:nvPr>
            <p:ph type="title" hasCustomPrompt="1"/>
          </p:nvPr>
        </p:nvSpPr>
        <p:spPr>
          <a:xfrm>
            <a:off x="3318900" y="1895477"/>
            <a:ext cx="2506200" cy="5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6" name="Google Shape;2866;p19"/>
          <p:cNvSpPr txBox="1">
            <a:spLocks noGrp="1"/>
          </p:cNvSpPr>
          <p:nvPr>
            <p:ph type="body" idx="2"/>
          </p:nvPr>
        </p:nvSpPr>
        <p:spPr>
          <a:xfrm>
            <a:off x="3318900" y="3720756"/>
            <a:ext cx="2506200" cy="6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67" name="Google Shape;2867;p19"/>
          <p:cNvSpPr txBox="1">
            <a:spLocks noGrp="1"/>
          </p:cNvSpPr>
          <p:nvPr>
            <p:ph type="title" idx="3" hasCustomPrompt="1"/>
          </p:nvPr>
        </p:nvSpPr>
        <p:spPr>
          <a:xfrm>
            <a:off x="712175" y="1895481"/>
            <a:ext cx="2506200" cy="5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8" name="Google Shape;2868;p19"/>
          <p:cNvSpPr txBox="1">
            <a:spLocks noGrp="1"/>
          </p:cNvSpPr>
          <p:nvPr>
            <p:ph type="title" idx="4" hasCustomPrompt="1"/>
          </p:nvPr>
        </p:nvSpPr>
        <p:spPr>
          <a:xfrm>
            <a:off x="5930225" y="1895485"/>
            <a:ext cx="2506200" cy="5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9" name="Google Shape;2869;p19"/>
          <p:cNvSpPr txBox="1">
            <a:spLocks noGrp="1"/>
          </p:cNvSpPr>
          <p:nvPr>
            <p:ph type="body" idx="5"/>
          </p:nvPr>
        </p:nvSpPr>
        <p:spPr>
          <a:xfrm>
            <a:off x="5930225" y="3720772"/>
            <a:ext cx="2506200" cy="6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70" name="Google Shape;2870;p19"/>
          <p:cNvSpPr txBox="1">
            <a:spLocks noGrp="1"/>
          </p:cNvSpPr>
          <p:nvPr>
            <p:ph type="subTitle" idx="6"/>
          </p:nvPr>
        </p:nvSpPr>
        <p:spPr>
          <a:xfrm>
            <a:off x="712175" y="3347209"/>
            <a:ext cx="25056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871" name="Google Shape;2871;p19"/>
          <p:cNvSpPr txBox="1">
            <a:spLocks noGrp="1"/>
          </p:cNvSpPr>
          <p:nvPr>
            <p:ph type="subTitle" idx="7"/>
          </p:nvPr>
        </p:nvSpPr>
        <p:spPr>
          <a:xfrm>
            <a:off x="3319200" y="3347209"/>
            <a:ext cx="25056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872" name="Google Shape;2872;p19"/>
          <p:cNvSpPr txBox="1">
            <a:spLocks noGrp="1"/>
          </p:cNvSpPr>
          <p:nvPr>
            <p:ph type="subTitle" idx="8"/>
          </p:nvPr>
        </p:nvSpPr>
        <p:spPr>
          <a:xfrm>
            <a:off x="5930525" y="3347209"/>
            <a:ext cx="25056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873" name="Google Shape;2873;p19"/>
          <p:cNvSpPr txBox="1">
            <a:spLocks noGrp="1"/>
          </p:cNvSpPr>
          <p:nvPr>
            <p:ph type="title" idx="9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2874" name="Google Shape;2874;p19"/>
          <p:cNvGrpSpPr/>
          <p:nvPr/>
        </p:nvGrpSpPr>
        <p:grpSpPr>
          <a:xfrm rot="10800000">
            <a:off x="1004463" y="-4739862"/>
            <a:ext cx="9036625" cy="5462925"/>
            <a:chOff x="-1554275" y="-744050"/>
            <a:chExt cx="9036625" cy="5462925"/>
          </a:xfrm>
        </p:grpSpPr>
        <p:sp>
          <p:nvSpPr>
            <p:cNvPr id="2875" name="Google Shape;2875;p19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6" name="Google Shape;2876;p19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877" name="Google Shape;2877;p19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2878" name="Google Shape;2878;p19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79" name="Google Shape;2879;p19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0" name="Google Shape;2880;p19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1" name="Google Shape;2881;p19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2" name="Google Shape;2882;p19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3" name="Google Shape;2883;p19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4" name="Google Shape;2884;p19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5" name="Google Shape;2885;p19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6" name="Google Shape;2886;p19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7" name="Google Shape;2887;p19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8" name="Google Shape;2888;p19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9" name="Google Shape;2889;p19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0" name="Google Shape;2890;p19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1" name="Google Shape;2891;p19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2" name="Google Shape;2892;p19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3" name="Google Shape;2893;p19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4" name="Google Shape;2894;p19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5" name="Google Shape;2895;p19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6" name="Google Shape;2896;p19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7" name="Google Shape;2897;p19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8" name="Google Shape;2898;p19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9" name="Google Shape;2899;p19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0" name="Google Shape;2900;p19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1" name="Google Shape;2901;p19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2" name="Google Shape;2902;p19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3" name="Google Shape;2903;p19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4" name="Google Shape;2904;p19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5" name="Google Shape;2905;p19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6" name="Google Shape;2906;p19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7" name="Google Shape;2907;p19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8" name="Google Shape;2908;p19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9" name="Google Shape;2909;p19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0" name="Google Shape;2910;p19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1" name="Google Shape;2911;p19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2" name="Google Shape;2912;p19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3" name="Google Shape;2913;p19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4" name="Google Shape;2914;p19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5" name="Google Shape;2915;p19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6" name="Google Shape;2916;p19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7" name="Google Shape;2917;p19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8" name="Google Shape;2918;p19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9" name="Google Shape;2919;p19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0" name="Google Shape;2920;p19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1" name="Google Shape;2921;p19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2" name="Google Shape;2922;p19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3" name="Google Shape;2923;p19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4" name="Google Shape;2924;p19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5" name="Google Shape;2925;p19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6" name="Google Shape;2926;p19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7" name="Google Shape;2927;p19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8" name="Google Shape;2928;p19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9" name="Google Shape;2929;p19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0" name="Google Shape;2930;p19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1" name="Google Shape;2931;p19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2" name="Google Shape;2932;p19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3" name="Google Shape;2933;p19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4" name="Google Shape;2934;p19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5" name="Google Shape;2935;p19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6" name="Google Shape;2936;p19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7" name="Google Shape;2937;p19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8" name="Google Shape;2938;p19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9" name="Google Shape;2939;p19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0" name="Google Shape;2940;p19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1" name="Google Shape;2941;p19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2" name="Google Shape;2942;p19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3" name="Google Shape;2943;p19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4" name="Google Shape;2944;p19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5" name="Google Shape;2945;p19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6" name="Google Shape;2946;p19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7" name="Google Shape;2947;p19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8" name="Google Shape;2948;p19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9" name="Google Shape;2949;p19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0" name="Google Shape;2950;p19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1" name="Google Shape;2951;p19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2" name="Google Shape;2952;p19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3" name="Google Shape;2953;p19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4" name="Google Shape;2954;p19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5" name="Google Shape;2955;p19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6" name="Google Shape;2956;p19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7" name="Google Shape;2957;p19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8" name="Google Shape;2958;p19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9" name="Google Shape;2959;p19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0" name="Google Shape;2960;p19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1" name="Google Shape;2961;p19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2" name="Google Shape;2962;p19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3" name="Google Shape;2963;p19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4" name="Google Shape;2964;p19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5" name="Google Shape;2965;p19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6" name="Google Shape;2966;p19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7" name="Google Shape;2967;p19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8" name="Google Shape;2968;p19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9" name="Google Shape;2969;p19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0" name="Google Shape;2970;p19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1" name="Google Shape;2971;p19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2" name="Google Shape;2972;p19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3" name="Google Shape;2973;p19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4" name="Google Shape;2974;p19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5" name="Google Shape;2975;p19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6" name="Google Shape;2976;p19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7" name="Google Shape;2977;p19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8" name="Google Shape;2978;p19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9" name="Google Shape;2979;p19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0" name="Google Shape;2980;p19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1" name="Google Shape;2981;p19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2" name="Google Shape;2982;p19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3" name="Google Shape;2983;p19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4" name="Google Shape;2984;p19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5" name="Google Shape;2985;p19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6" name="Google Shape;2986;p19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7" name="Google Shape;2987;p19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8" name="Google Shape;2988;p19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9" name="Google Shape;2989;p19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0" name="Google Shape;2990;p19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1" name="Google Shape;2991;p19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2" name="Google Shape;2992;p19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3" name="Google Shape;2993;p19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4" name="Google Shape;2994;p19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5" name="Google Shape;2995;p19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6" name="Google Shape;2996;p19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7" name="Google Shape;2997;p19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8" name="Google Shape;2998;p19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9" name="Google Shape;2999;p19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4">
    <p:spTree>
      <p:nvGrpSpPr>
        <p:cNvPr id="1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1" name="Google Shape;3001;p20"/>
          <p:cNvGrpSpPr/>
          <p:nvPr/>
        </p:nvGrpSpPr>
        <p:grpSpPr>
          <a:xfrm flipH="1">
            <a:off x="2228725" y="-1474362"/>
            <a:ext cx="9036625" cy="5462925"/>
            <a:chOff x="-1554275" y="-744050"/>
            <a:chExt cx="9036625" cy="5462925"/>
          </a:xfrm>
        </p:grpSpPr>
        <p:sp>
          <p:nvSpPr>
            <p:cNvPr id="3002" name="Google Shape;3002;p20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3" name="Google Shape;3003;p20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004" name="Google Shape;3004;p20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005" name="Google Shape;3005;p20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6" name="Google Shape;3006;p20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7" name="Google Shape;3007;p20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8" name="Google Shape;3008;p20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9" name="Google Shape;3009;p20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0" name="Google Shape;3010;p20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1" name="Google Shape;3011;p20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2" name="Google Shape;3012;p20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3" name="Google Shape;3013;p20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4" name="Google Shape;3014;p20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5" name="Google Shape;3015;p20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6" name="Google Shape;3016;p20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7" name="Google Shape;3017;p20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8" name="Google Shape;3018;p20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9" name="Google Shape;3019;p20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0" name="Google Shape;3020;p20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1" name="Google Shape;3021;p20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2" name="Google Shape;3022;p20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3" name="Google Shape;3023;p20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4" name="Google Shape;3024;p20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5" name="Google Shape;3025;p20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6" name="Google Shape;3026;p20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7" name="Google Shape;3027;p20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8" name="Google Shape;3028;p20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9" name="Google Shape;3029;p20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0" name="Google Shape;3030;p20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1" name="Google Shape;3031;p20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2" name="Google Shape;3032;p20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3" name="Google Shape;3033;p20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4" name="Google Shape;3034;p20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5" name="Google Shape;3035;p20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6" name="Google Shape;3036;p20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7" name="Google Shape;3037;p20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8" name="Google Shape;3038;p20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9" name="Google Shape;3039;p20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0" name="Google Shape;3040;p20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1" name="Google Shape;3041;p20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2" name="Google Shape;3042;p20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3" name="Google Shape;3043;p20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4" name="Google Shape;3044;p20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5" name="Google Shape;3045;p20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6" name="Google Shape;3046;p20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7" name="Google Shape;3047;p20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8" name="Google Shape;3048;p20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9" name="Google Shape;3049;p20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0" name="Google Shape;3050;p20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1" name="Google Shape;3051;p20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2" name="Google Shape;3052;p20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3" name="Google Shape;3053;p20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4" name="Google Shape;3054;p20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5" name="Google Shape;3055;p20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6" name="Google Shape;3056;p20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7" name="Google Shape;3057;p20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8" name="Google Shape;3058;p20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9" name="Google Shape;3059;p20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0" name="Google Shape;3060;p20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1" name="Google Shape;3061;p20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2" name="Google Shape;3062;p20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3" name="Google Shape;3063;p20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4" name="Google Shape;3064;p20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5" name="Google Shape;3065;p20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6" name="Google Shape;3066;p20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7" name="Google Shape;3067;p20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8" name="Google Shape;3068;p20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9" name="Google Shape;3069;p20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0" name="Google Shape;3070;p20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1" name="Google Shape;3071;p20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2" name="Google Shape;3072;p20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3" name="Google Shape;3073;p20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4" name="Google Shape;3074;p20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5" name="Google Shape;3075;p20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6" name="Google Shape;3076;p20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7" name="Google Shape;3077;p20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8" name="Google Shape;3078;p20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9" name="Google Shape;3079;p20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0" name="Google Shape;3080;p20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1" name="Google Shape;3081;p20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2" name="Google Shape;3082;p20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3" name="Google Shape;3083;p20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4" name="Google Shape;3084;p20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5" name="Google Shape;3085;p20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6" name="Google Shape;3086;p20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7" name="Google Shape;3087;p20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8" name="Google Shape;3088;p20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9" name="Google Shape;3089;p20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0" name="Google Shape;3090;p20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1" name="Google Shape;3091;p20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2" name="Google Shape;3092;p20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3" name="Google Shape;3093;p20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4" name="Google Shape;3094;p20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5" name="Google Shape;3095;p20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6" name="Google Shape;3096;p20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7" name="Google Shape;3097;p20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8" name="Google Shape;3098;p20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9" name="Google Shape;3099;p20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0" name="Google Shape;3100;p20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1" name="Google Shape;3101;p20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2" name="Google Shape;3102;p20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3" name="Google Shape;3103;p20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4" name="Google Shape;3104;p20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5" name="Google Shape;3105;p20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6" name="Google Shape;3106;p20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7" name="Google Shape;3107;p20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8" name="Google Shape;3108;p20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9" name="Google Shape;3109;p20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0" name="Google Shape;3110;p20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1" name="Google Shape;3111;p20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2" name="Google Shape;3112;p20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3" name="Google Shape;3113;p20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4" name="Google Shape;3114;p20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5" name="Google Shape;3115;p20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6" name="Google Shape;3116;p20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7" name="Google Shape;3117;p20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8" name="Google Shape;3118;p20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9" name="Google Shape;3119;p20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0" name="Google Shape;3120;p20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1" name="Google Shape;3121;p20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2" name="Google Shape;3122;p20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3" name="Google Shape;3123;p20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4" name="Google Shape;3124;p20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5" name="Google Shape;3125;p20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6" name="Google Shape;3126;p20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3127" name="Google Shape;3127;p20"/>
          <p:cNvGrpSpPr/>
          <p:nvPr/>
        </p:nvGrpSpPr>
        <p:grpSpPr>
          <a:xfrm rot="10800000" flipH="1">
            <a:off x="-2899062" y="795488"/>
            <a:ext cx="9036625" cy="5462925"/>
            <a:chOff x="-1554275" y="-744050"/>
            <a:chExt cx="9036625" cy="5462925"/>
          </a:xfrm>
        </p:grpSpPr>
        <p:sp>
          <p:nvSpPr>
            <p:cNvPr id="3128" name="Google Shape;3128;p20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9" name="Google Shape;3129;p20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130" name="Google Shape;3130;p20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131" name="Google Shape;3131;p20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2" name="Google Shape;3132;p20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3" name="Google Shape;3133;p20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4" name="Google Shape;3134;p20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5" name="Google Shape;3135;p20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6" name="Google Shape;3136;p20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7" name="Google Shape;3137;p20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8" name="Google Shape;3138;p20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9" name="Google Shape;3139;p20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0" name="Google Shape;3140;p20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1" name="Google Shape;3141;p20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2" name="Google Shape;3142;p20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3" name="Google Shape;3143;p20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4" name="Google Shape;3144;p20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5" name="Google Shape;3145;p20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6" name="Google Shape;3146;p20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7" name="Google Shape;3147;p20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8" name="Google Shape;3148;p20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9" name="Google Shape;3149;p20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0" name="Google Shape;3150;p20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1" name="Google Shape;3151;p20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2" name="Google Shape;3152;p20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3" name="Google Shape;3153;p20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4" name="Google Shape;3154;p20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5" name="Google Shape;3155;p20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6" name="Google Shape;3156;p20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7" name="Google Shape;3157;p20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8" name="Google Shape;3158;p20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9" name="Google Shape;3159;p20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0" name="Google Shape;3160;p20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1" name="Google Shape;3161;p20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2" name="Google Shape;3162;p20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3" name="Google Shape;3163;p20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4" name="Google Shape;3164;p20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5" name="Google Shape;3165;p20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6" name="Google Shape;3166;p20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7" name="Google Shape;3167;p20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8" name="Google Shape;3168;p20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9" name="Google Shape;3169;p20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0" name="Google Shape;3170;p20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1" name="Google Shape;3171;p20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2" name="Google Shape;3172;p20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3" name="Google Shape;3173;p20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4" name="Google Shape;3174;p20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5" name="Google Shape;3175;p20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6" name="Google Shape;3176;p20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7" name="Google Shape;3177;p20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8" name="Google Shape;3178;p20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9" name="Google Shape;3179;p20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0" name="Google Shape;3180;p20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1" name="Google Shape;3181;p20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2" name="Google Shape;3182;p20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3" name="Google Shape;3183;p20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4" name="Google Shape;3184;p20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5" name="Google Shape;3185;p20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6" name="Google Shape;3186;p20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7" name="Google Shape;3187;p20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8" name="Google Shape;3188;p20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9" name="Google Shape;3189;p20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0" name="Google Shape;3190;p20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1" name="Google Shape;3191;p20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2" name="Google Shape;3192;p20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3" name="Google Shape;3193;p20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4" name="Google Shape;3194;p20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5" name="Google Shape;3195;p20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6" name="Google Shape;3196;p20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7" name="Google Shape;3197;p20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8" name="Google Shape;3198;p20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9" name="Google Shape;3199;p20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0" name="Google Shape;3200;p20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1" name="Google Shape;3201;p20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2" name="Google Shape;3202;p20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3" name="Google Shape;3203;p20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4" name="Google Shape;3204;p20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5" name="Google Shape;3205;p20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6" name="Google Shape;3206;p20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7" name="Google Shape;3207;p20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8" name="Google Shape;3208;p20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9" name="Google Shape;3209;p20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0" name="Google Shape;3210;p20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1" name="Google Shape;3211;p20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2" name="Google Shape;3212;p20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3" name="Google Shape;3213;p20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4" name="Google Shape;3214;p20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5" name="Google Shape;3215;p20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6" name="Google Shape;3216;p20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7" name="Google Shape;3217;p20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8" name="Google Shape;3218;p20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9" name="Google Shape;3219;p20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0" name="Google Shape;3220;p20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1" name="Google Shape;3221;p20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2" name="Google Shape;3222;p20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3" name="Google Shape;3223;p20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4" name="Google Shape;3224;p20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5" name="Google Shape;3225;p20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6" name="Google Shape;3226;p20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7" name="Google Shape;3227;p20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8" name="Google Shape;3228;p20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9" name="Google Shape;3229;p20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0" name="Google Shape;3230;p20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1" name="Google Shape;3231;p20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2" name="Google Shape;3232;p20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3" name="Google Shape;3233;p20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4" name="Google Shape;3234;p20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5" name="Google Shape;3235;p20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6" name="Google Shape;3236;p20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7" name="Google Shape;3237;p20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8" name="Google Shape;3238;p20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9" name="Google Shape;3239;p20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0" name="Google Shape;3240;p20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1" name="Google Shape;3241;p20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2" name="Google Shape;3242;p20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3" name="Google Shape;3243;p20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4" name="Google Shape;3244;p20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5" name="Google Shape;3245;p20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6" name="Google Shape;3246;p20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7" name="Google Shape;3247;p20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8" name="Google Shape;3248;p20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9" name="Google Shape;3249;p20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50" name="Google Shape;3250;p20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51" name="Google Shape;3251;p20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52" name="Google Shape;3252;p20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3253" name="Google Shape;3253;p20"/>
          <p:cNvSpPr txBox="1">
            <a:spLocks noGrp="1"/>
          </p:cNvSpPr>
          <p:nvPr>
            <p:ph type="subTitle" idx="1"/>
          </p:nvPr>
        </p:nvSpPr>
        <p:spPr>
          <a:xfrm>
            <a:off x="1323393" y="2913775"/>
            <a:ext cx="2147100" cy="3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254" name="Google Shape;3254;p20"/>
          <p:cNvSpPr txBox="1">
            <a:spLocks noGrp="1"/>
          </p:cNvSpPr>
          <p:nvPr>
            <p:ph type="subTitle" idx="2"/>
          </p:nvPr>
        </p:nvSpPr>
        <p:spPr>
          <a:xfrm>
            <a:off x="3498461" y="2913775"/>
            <a:ext cx="2147100" cy="3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255" name="Google Shape;3255;p20"/>
          <p:cNvSpPr txBox="1">
            <a:spLocks noGrp="1"/>
          </p:cNvSpPr>
          <p:nvPr>
            <p:ph type="subTitle" idx="3"/>
          </p:nvPr>
        </p:nvSpPr>
        <p:spPr>
          <a:xfrm>
            <a:off x="5673519" y="2913775"/>
            <a:ext cx="2147100" cy="3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256" name="Google Shape;3256;p20"/>
          <p:cNvSpPr txBox="1">
            <a:spLocks noGrp="1"/>
          </p:cNvSpPr>
          <p:nvPr>
            <p:ph type="subTitle" idx="4"/>
          </p:nvPr>
        </p:nvSpPr>
        <p:spPr>
          <a:xfrm>
            <a:off x="1323381" y="3283950"/>
            <a:ext cx="21471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7" name="Google Shape;3257;p20"/>
          <p:cNvSpPr txBox="1">
            <a:spLocks noGrp="1"/>
          </p:cNvSpPr>
          <p:nvPr>
            <p:ph type="subTitle" idx="5"/>
          </p:nvPr>
        </p:nvSpPr>
        <p:spPr>
          <a:xfrm>
            <a:off x="3498449" y="3284165"/>
            <a:ext cx="2147100" cy="4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8" name="Google Shape;3258;p20"/>
          <p:cNvSpPr txBox="1">
            <a:spLocks noGrp="1"/>
          </p:cNvSpPr>
          <p:nvPr>
            <p:ph type="subTitle" idx="6"/>
          </p:nvPr>
        </p:nvSpPr>
        <p:spPr>
          <a:xfrm>
            <a:off x="5673506" y="3284165"/>
            <a:ext cx="2147100" cy="4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9" name="Google Shape;3259;p20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4_1">
    <p:spTree>
      <p:nvGrpSpPr>
        <p:cNvPr id="1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1" name="Google Shape;3261;p21"/>
          <p:cNvGrpSpPr/>
          <p:nvPr/>
        </p:nvGrpSpPr>
        <p:grpSpPr>
          <a:xfrm rot="10800000">
            <a:off x="-500592" y="1121507"/>
            <a:ext cx="10488084" cy="6107348"/>
            <a:chOff x="-120550" y="-133450"/>
            <a:chExt cx="7847425" cy="4570000"/>
          </a:xfrm>
        </p:grpSpPr>
        <p:sp>
          <p:nvSpPr>
            <p:cNvPr id="3262" name="Google Shape;3262;p21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3" name="Google Shape;3263;p21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4" name="Google Shape;3264;p21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5" name="Google Shape;3265;p21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6" name="Google Shape;3266;p21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7" name="Google Shape;3267;p21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8" name="Google Shape;3268;p21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9" name="Google Shape;3269;p21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0" name="Google Shape;3270;p21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1" name="Google Shape;3271;p21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2" name="Google Shape;3272;p21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3" name="Google Shape;3273;p21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4" name="Google Shape;3274;p21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5" name="Google Shape;3275;p21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6" name="Google Shape;3276;p21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7" name="Google Shape;3277;p21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8" name="Google Shape;3278;p21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9" name="Google Shape;3279;p21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0" name="Google Shape;3280;p21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1" name="Google Shape;3281;p21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2" name="Google Shape;3282;p21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3" name="Google Shape;3283;p21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4" name="Google Shape;3284;p21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5" name="Google Shape;3285;p21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6" name="Google Shape;3286;p21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7" name="Google Shape;3287;p21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8" name="Google Shape;3288;p21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9" name="Google Shape;3289;p21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0" name="Google Shape;3290;p21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1" name="Google Shape;3291;p21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2" name="Google Shape;3292;p21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3" name="Google Shape;3293;p21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4" name="Google Shape;3294;p21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5" name="Google Shape;3295;p21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6" name="Google Shape;3296;p21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7" name="Google Shape;3297;p21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8" name="Google Shape;3298;p21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9" name="Google Shape;3299;p21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0" name="Google Shape;3300;p21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1" name="Google Shape;3301;p21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2" name="Google Shape;3302;p21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3" name="Google Shape;3303;p21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4" name="Google Shape;3304;p21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5" name="Google Shape;3305;p21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6" name="Google Shape;3306;p21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7" name="Google Shape;3307;p21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8" name="Google Shape;3308;p21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9" name="Google Shape;3309;p21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0" name="Google Shape;3310;p21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1" name="Google Shape;3311;p21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2" name="Google Shape;3312;p21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3" name="Google Shape;3313;p21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4" name="Google Shape;3314;p21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5" name="Google Shape;3315;p21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6" name="Google Shape;3316;p21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7" name="Google Shape;3317;p21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8" name="Google Shape;3318;p21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9" name="Google Shape;3319;p21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0" name="Google Shape;3320;p21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1" name="Google Shape;3321;p21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2" name="Google Shape;3322;p21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3" name="Google Shape;3323;p21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4" name="Google Shape;3324;p21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5" name="Google Shape;3325;p21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6" name="Google Shape;3326;p21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7" name="Google Shape;3327;p21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8" name="Google Shape;3328;p21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9" name="Google Shape;3329;p21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0" name="Google Shape;3330;p21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1" name="Google Shape;3331;p21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2" name="Google Shape;3332;p21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3" name="Google Shape;3333;p21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4" name="Google Shape;3334;p21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5" name="Google Shape;3335;p21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6" name="Google Shape;3336;p21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7" name="Google Shape;3337;p21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8" name="Google Shape;3338;p21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9" name="Google Shape;3339;p21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0" name="Google Shape;3340;p21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1" name="Google Shape;3341;p21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2" name="Google Shape;3342;p21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3" name="Google Shape;3343;p21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4" name="Google Shape;3344;p21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5" name="Google Shape;3345;p21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6" name="Google Shape;3346;p21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7" name="Google Shape;3347;p21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8" name="Google Shape;3348;p21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9" name="Google Shape;3349;p21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0" name="Google Shape;3350;p21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1" name="Google Shape;3351;p21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2" name="Google Shape;3352;p21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3" name="Google Shape;3353;p21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4" name="Google Shape;3354;p21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5" name="Google Shape;3355;p21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6" name="Google Shape;3356;p21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7" name="Google Shape;3357;p21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8" name="Google Shape;3358;p21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9" name="Google Shape;3359;p21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0" name="Google Shape;3360;p21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1" name="Google Shape;3361;p21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2" name="Google Shape;3362;p21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3" name="Google Shape;3363;p21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4" name="Google Shape;3364;p21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5" name="Google Shape;3365;p21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6" name="Google Shape;3366;p21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7" name="Google Shape;3367;p21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8" name="Google Shape;3368;p21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9" name="Google Shape;3369;p21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0" name="Google Shape;3370;p21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1" name="Google Shape;3371;p21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2" name="Google Shape;3372;p21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3" name="Google Shape;3373;p21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4" name="Google Shape;3374;p21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5" name="Google Shape;3375;p21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6" name="Google Shape;3376;p21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7" name="Google Shape;3377;p21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8" name="Google Shape;3378;p21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9" name="Google Shape;3379;p21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0" name="Google Shape;3380;p21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1" name="Google Shape;3381;p21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2" name="Google Shape;3382;p21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3" name="Google Shape;3383;p21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4" name="Google Shape;3384;p21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5" name="Google Shape;3385;p21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6" name="Google Shape;3386;p21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7" name="Google Shape;3387;p21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8" name="Google Shape;3388;p21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9" name="Google Shape;3389;p21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0" name="Google Shape;3390;p21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1" name="Google Shape;3391;p21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2" name="Google Shape;3392;p21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3" name="Google Shape;3393;p21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4" name="Google Shape;3394;p21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5" name="Google Shape;3395;p21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6" name="Google Shape;3396;p21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7" name="Google Shape;3397;p21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8" name="Google Shape;3398;p21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9" name="Google Shape;3399;p21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0" name="Google Shape;3400;p21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1" name="Google Shape;3401;p21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2" name="Google Shape;3402;p21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3" name="Google Shape;3403;p21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4" name="Google Shape;3404;p21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5" name="Google Shape;3405;p21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6" name="Google Shape;3406;p21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7" name="Google Shape;3407;p21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8" name="Google Shape;3408;p21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9" name="Google Shape;3409;p21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0" name="Google Shape;3410;p21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1" name="Google Shape;3411;p21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2" name="Google Shape;3412;p21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3" name="Google Shape;3413;p21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4" name="Google Shape;3414;p21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5" name="Google Shape;3415;p21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6" name="Google Shape;3416;p21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7" name="Google Shape;3417;p21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8" name="Google Shape;3418;p21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9" name="Google Shape;3419;p21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0" name="Google Shape;3420;p21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1" name="Google Shape;3421;p21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2" name="Google Shape;3422;p21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3" name="Google Shape;3423;p21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4" name="Google Shape;3424;p21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5" name="Google Shape;3425;p21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6" name="Google Shape;3426;p21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7" name="Google Shape;3427;p21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8" name="Google Shape;3428;p21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9" name="Google Shape;3429;p21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0" name="Google Shape;3430;p21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1" name="Google Shape;3431;p21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2" name="Google Shape;3432;p21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3" name="Google Shape;3433;p21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4" name="Google Shape;3434;p21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5" name="Google Shape;3435;p21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6" name="Google Shape;3436;p21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7" name="Google Shape;3437;p21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8" name="Google Shape;3438;p21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9" name="Google Shape;3439;p21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0" name="Google Shape;3440;p21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1" name="Google Shape;3441;p21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2" name="Google Shape;3442;p21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3" name="Google Shape;3443;p21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4" name="Google Shape;3444;p21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5" name="Google Shape;3445;p21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6" name="Google Shape;3446;p21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7" name="Google Shape;3447;p21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8" name="Google Shape;3448;p21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9" name="Google Shape;3449;p21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0" name="Google Shape;3450;p21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1" name="Google Shape;3451;p21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2" name="Google Shape;3452;p21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3" name="Google Shape;3453;p21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4" name="Google Shape;3454;p21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5" name="Google Shape;3455;p21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6" name="Google Shape;3456;p21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7" name="Google Shape;3457;p21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8" name="Google Shape;3458;p21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9" name="Google Shape;3459;p21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0" name="Google Shape;3460;p21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1" name="Google Shape;3461;p21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2" name="Google Shape;3462;p21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3" name="Google Shape;3463;p21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4" name="Google Shape;3464;p21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5" name="Google Shape;3465;p21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6" name="Google Shape;3466;p21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7" name="Google Shape;3467;p21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8" name="Google Shape;3468;p21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9" name="Google Shape;3469;p21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0" name="Google Shape;3470;p21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1" name="Google Shape;3471;p21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2" name="Google Shape;3472;p21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3" name="Google Shape;3473;p21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4" name="Google Shape;3474;p21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5" name="Google Shape;3475;p21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6" name="Google Shape;3476;p21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7" name="Google Shape;3477;p21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8" name="Google Shape;3478;p21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9" name="Google Shape;3479;p21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0" name="Google Shape;3480;p21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1" name="Google Shape;3481;p21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2" name="Google Shape;3482;p21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3" name="Google Shape;3483;p21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4" name="Google Shape;3484;p21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5" name="Google Shape;3485;p21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6" name="Google Shape;3486;p21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7" name="Google Shape;3487;p21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8" name="Google Shape;3488;p21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9" name="Google Shape;3489;p21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0" name="Google Shape;3490;p21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1" name="Google Shape;3491;p21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2" name="Google Shape;3492;p21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3" name="Google Shape;3493;p21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4" name="Google Shape;3494;p21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5" name="Google Shape;3495;p21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6" name="Google Shape;3496;p21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7" name="Google Shape;3497;p21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8" name="Google Shape;3498;p21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9" name="Google Shape;3499;p21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0" name="Google Shape;3500;p21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1" name="Google Shape;3501;p21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2" name="Google Shape;3502;p21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3" name="Google Shape;3503;p21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4" name="Google Shape;3504;p21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5" name="Google Shape;3505;p21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6" name="Google Shape;3506;p21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7" name="Google Shape;3507;p21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8" name="Google Shape;3508;p21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9" name="Google Shape;3509;p21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0" name="Google Shape;3510;p21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1" name="Google Shape;3511;p21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2" name="Google Shape;3512;p21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3" name="Google Shape;3513;p21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4" name="Google Shape;3514;p21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5" name="Google Shape;3515;p21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6" name="Google Shape;3516;p21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7" name="Google Shape;3517;p21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8" name="Google Shape;3518;p21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9" name="Google Shape;3519;p21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0" name="Google Shape;3520;p21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1" name="Google Shape;3521;p21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2" name="Google Shape;3522;p21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3" name="Google Shape;3523;p21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4" name="Google Shape;3524;p21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5" name="Google Shape;3525;p21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6" name="Google Shape;3526;p21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7" name="Google Shape;3527;p21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8" name="Google Shape;3528;p21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9" name="Google Shape;3529;p21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0" name="Google Shape;3530;p21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1" name="Google Shape;3531;p21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2" name="Google Shape;3532;p21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3" name="Google Shape;3533;p21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4" name="Google Shape;3534;p21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5" name="Google Shape;3535;p21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6" name="Google Shape;3536;p21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7" name="Google Shape;3537;p21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8" name="Google Shape;3538;p21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9" name="Google Shape;3539;p21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0" name="Google Shape;3540;p21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1" name="Google Shape;3541;p21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2" name="Google Shape;3542;p21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3" name="Google Shape;3543;p21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4" name="Google Shape;3544;p21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5" name="Google Shape;3545;p21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6" name="Google Shape;3546;p21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7" name="Google Shape;3547;p21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8" name="Google Shape;3548;p21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9" name="Google Shape;3549;p21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0" name="Google Shape;3550;p21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1" name="Google Shape;3551;p21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2" name="Google Shape;3552;p21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3" name="Google Shape;3553;p21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4" name="Google Shape;3554;p21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5" name="Google Shape;3555;p21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6" name="Google Shape;3556;p21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7" name="Google Shape;3557;p21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8" name="Google Shape;3558;p21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9" name="Google Shape;3559;p21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0" name="Google Shape;3560;p21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1" name="Google Shape;3561;p21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2" name="Google Shape;3562;p21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3" name="Google Shape;3563;p21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4" name="Google Shape;3564;p21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5" name="Google Shape;3565;p21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6" name="Google Shape;3566;p21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7" name="Google Shape;3567;p21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8" name="Google Shape;3568;p21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9" name="Google Shape;3569;p21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0" name="Google Shape;3570;p21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1" name="Google Shape;3571;p21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2" name="Google Shape;3572;p21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3" name="Google Shape;3573;p21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4" name="Google Shape;3574;p21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5" name="Google Shape;3575;p21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6" name="Google Shape;3576;p21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7" name="Google Shape;3577;p21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8" name="Google Shape;3578;p21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9" name="Google Shape;3579;p21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0" name="Google Shape;3580;p21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1" name="Google Shape;3581;p21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2" name="Google Shape;3582;p21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3" name="Google Shape;3583;p21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4" name="Google Shape;3584;p21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585" name="Google Shape;3585;p21"/>
          <p:cNvSpPr txBox="1">
            <a:spLocks noGrp="1"/>
          </p:cNvSpPr>
          <p:nvPr>
            <p:ph type="subTitle" idx="1"/>
          </p:nvPr>
        </p:nvSpPr>
        <p:spPr>
          <a:xfrm>
            <a:off x="722765" y="2278744"/>
            <a:ext cx="25503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586" name="Google Shape;3586;p21"/>
          <p:cNvSpPr txBox="1">
            <a:spLocks noGrp="1"/>
          </p:cNvSpPr>
          <p:nvPr>
            <p:ph type="subTitle" idx="2"/>
          </p:nvPr>
        </p:nvSpPr>
        <p:spPr>
          <a:xfrm>
            <a:off x="3306312" y="2278744"/>
            <a:ext cx="25503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587" name="Google Shape;3587;p21"/>
          <p:cNvSpPr txBox="1">
            <a:spLocks noGrp="1"/>
          </p:cNvSpPr>
          <p:nvPr>
            <p:ph type="subTitle" idx="3"/>
          </p:nvPr>
        </p:nvSpPr>
        <p:spPr>
          <a:xfrm>
            <a:off x="5889847" y="2278744"/>
            <a:ext cx="25503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588" name="Google Shape;3588;p21"/>
          <p:cNvSpPr txBox="1">
            <a:spLocks noGrp="1"/>
          </p:cNvSpPr>
          <p:nvPr>
            <p:ph type="subTitle" idx="4"/>
          </p:nvPr>
        </p:nvSpPr>
        <p:spPr>
          <a:xfrm>
            <a:off x="722750" y="2648919"/>
            <a:ext cx="25503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9" name="Google Shape;3589;p21"/>
          <p:cNvSpPr txBox="1">
            <a:spLocks noGrp="1"/>
          </p:cNvSpPr>
          <p:nvPr>
            <p:ph type="subTitle" idx="5"/>
          </p:nvPr>
        </p:nvSpPr>
        <p:spPr>
          <a:xfrm>
            <a:off x="3306295" y="2649177"/>
            <a:ext cx="2550300" cy="5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0" name="Google Shape;3590;p21"/>
          <p:cNvSpPr txBox="1">
            <a:spLocks noGrp="1"/>
          </p:cNvSpPr>
          <p:nvPr>
            <p:ph type="subTitle" idx="6"/>
          </p:nvPr>
        </p:nvSpPr>
        <p:spPr>
          <a:xfrm>
            <a:off x="5889827" y="2649177"/>
            <a:ext cx="2550300" cy="5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1" name="Google Shape;3591;p21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1">
    <p:spTree>
      <p:nvGrpSpPr>
        <p:cNvPr id="1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p22"/>
          <p:cNvSpPr txBox="1">
            <a:spLocks noGrp="1"/>
          </p:cNvSpPr>
          <p:nvPr>
            <p:ph type="subTitle" idx="1"/>
          </p:nvPr>
        </p:nvSpPr>
        <p:spPr>
          <a:xfrm>
            <a:off x="2686051" y="1635452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4" name="Google Shape;3594;p22"/>
          <p:cNvSpPr txBox="1">
            <a:spLocks noGrp="1"/>
          </p:cNvSpPr>
          <p:nvPr>
            <p:ph type="subTitle" idx="2"/>
          </p:nvPr>
        </p:nvSpPr>
        <p:spPr>
          <a:xfrm>
            <a:off x="2686061" y="3231372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5" name="Google Shape;3595;p22"/>
          <p:cNvSpPr txBox="1">
            <a:spLocks noGrp="1"/>
          </p:cNvSpPr>
          <p:nvPr>
            <p:ph type="subTitle" idx="3"/>
          </p:nvPr>
        </p:nvSpPr>
        <p:spPr>
          <a:xfrm>
            <a:off x="5558220" y="1635450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6" name="Google Shape;3596;p22"/>
          <p:cNvSpPr txBox="1">
            <a:spLocks noGrp="1"/>
          </p:cNvSpPr>
          <p:nvPr>
            <p:ph type="subTitle" idx="4"/>
          </p:nvPr>
        </p:nvSpPr>
        <p:spPr>
          <a:xfrm>
            <a:off x="5558220" y="3231370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7" name="Google Shape;3597;p22"/>
          <p:cNvSpPr txBox="1">
            <a:spLocks noGrp="1"/>
          </p:cNvSpPr>
          <p:nvPr>
            <p:ph type="subTitle" idx="5"/>
          </p:nvPr>
        </p:nvSpPr>
        <p:spPr>
          <a:xfrm>
            <a:off x="2686050" y="2110777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8" name="Google Shape;3598;p22"/>
          <p:cNvSpPr txBox="1">
            <a:spLocks noGrp="1"/>
          </p:cNvSpPr>
          <p:nvPr>
            <p:ph type="subTitle" idx="6"/>
          </p:nvPr>
        </p:nvSpPr>
        <p:spPr>
          <a:xfrm>
            <a:off x="2686050" y="3706701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9" name="Google Shape;3599;p22"/>
          <p:cNvSpPr txBox="1">
            <a:spLocks noGrp="1"/>
          </p:cNvSpPr>
          <p:nvPr>
            <p:ph type="subTitle" idx="7"/>
          </p:nvPr>
        </p:nvSpPr>
        <p:spPr>
          <a:xfrm>
            <a:off x="5558221" y="2110775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0" name="Google Shape;3600;p22"/>
          <p:cNvSpPr txBox="1">
            <a:spLocks noGrp="1"/>
          </p:cNvSpPr>
          <p:nvPr>
            <p:ph type="subTitle" idx="8"/>
          </p:nvPr>
        </p:nvSpPr>
        <p:spPr>
          <a:xfrm>
            <a:off x="5558218" y="3706699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1" name="Google Shape;3601;p22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3602" name="Google Shape;3602;p22"/>
          <p:cNvGrpSpPr/>
          <p:nvPr/>
        </p:nvGrpSpPr>
        <p:grpSpPr>
          <a:xfrm rot="10800000" flipH="1">
            <a:off x="-1376787" y="1167675"/>
            <a:ext cx="9036625" cy="5462925"/>
            <a:chOff x="-1554275" y="-744050"/>
            <a:chExt cx="9036625" cy="5462925"/>
          </a:xfrm>
        </p:grpSpPr>
        <p:sp>
          <p:nvSpPr>
            <p:cNvPr id="3603" name="Google Shape;3603;p22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4" name="Google Shape;3604;p22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605" name="Google Shape;3605;p22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606" name="Google Shape;3606;p22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07" name="Google Shape;3607;p22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08" name="Google Shape;3608;p22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09" name="Google Shape;3609;p22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0" name="Google Shape;3610;p22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1" name="Google Shape;3611;p22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2" name="Google Shape;3612;p22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3" name="Google Shape;3613;p22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4" name="Google Shape;3614;p22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5" name="Google Shape;3615;p22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6" name="Google Shape;3616;p22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7" name="Google Shape;3617;p22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8" name="Google Shape;3618;p22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9" name="Google Shape;3619;p22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0" name="Google Shape;3620;p22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1" name="Google Shape;3621;p22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2" name="Google Shape;3622;p22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3" name="Google Shape;3623;p22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4" name="Google Shape;3624;p22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5" name="Google Shape;3625;p22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6" name="Google Shape;3626;p22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7" name="Google Shape;3627;p22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8" name="Google Shape;3628;p22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9" name="Google Shape;3629;p22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0" name="Google Shape;3630;p22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1" name="Google Shape;3631;p22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2" name="Google Shape;3632;p22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3" name="Google Shape;3633;p22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4" name="Google Shape;3634;p22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5" name="Google Shape;3635;p22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6" name="Google Shape;3636;p22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7" name="Google Shape;3637;p22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8" name="Google Shape;3638;p22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9" name="Google Shape;3639;p22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0" name="Google Shape;3640;p22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1" name="Google Shape;3641;p22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2" name="Google Shape;3642;p22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3" name="Google Shape;3643;p22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4" name="Google Shape;3644;p22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5" name="Google Shape;3645;p22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6" name="Google Shape;3646;p22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7" name="Google Shape;3647;p22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8" name="Google Shape;3648;p22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9" name="Google Shape;3649;p22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0" name="Google Shape;3650;p22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1" name="Google Shape;3651;p22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2" name="Google Shape;3652;p22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3" name="Google Shape;3653;p22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4" name="Google Shape;3654;p22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5" name="Google Shape;3655;p22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6" name="Google Shape;3656;p22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7" name="Google Shape;3657;p22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8" name="Google Shape;3658;p22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9" name="Google Shape;3659;p22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0" name="Google Shape;3660;p22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1" name="Google Shape;3661;p22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2" name="Google Shape;3662;p22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3" name="Google Shape;3663;p22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4" name="Google Shape;3664;p22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5" name="Google Shape;3665;p22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6" name="Google Shape;3666;p22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7" name="Google Shape;3667;p22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8" name="Google Shape;3668;p22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9" name="Google Shape;3669;p22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0" name="Google Shape;3670;p22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1" name="Google Shape;3671;p22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2" name="Google Shape;3672;p22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3" name="Google Shape;3673;p22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4" name="Google Shape;3674;p22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5" name="Google Shape;3675;p22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6" name="Google Shape;3676;p22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7" name="Google Shape;3677;p22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8" name="Google Shape;3678;p22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9" name="Google Shape;3679;p22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0" name="Google Shape;3680;p22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1" name="Google Shape;3681;p22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2" name="Google Shape;3682;p22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3" name="Google Shape;3683;p22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4" name="Google Shape;3684;p22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5" name="Google Shape;3685;p22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6" name="Google Shape;3686;p22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7" name="Google Shape;3687;p22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8" name="Google Shape;3688;p22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9" name="Google Shape;3689;p22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0" name="Google Shape;3690;p22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1" name="Google Shape;3691;p22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2" name="Google Shape;3692;p22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3" name="Google Shape;3693;p22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4" name="Google Shape;3694;p22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5" name="Google Shape;3695;p22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6" name="Google Shape;3696;p22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7" name="Google Shape;3697;p22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8" name="Google Shape;3698;p22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9" name="Google Shape;3699;p22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0" name="Google Shape;3700;p22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1" name="Google Shape;3701;p22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2" name="Google Shape;3702;p22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3" name="Google Shape;3703;p22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4" name="Google Shape;3704;p22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5" name="Google Shape;3705;p22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6" name="Google Shape;3706;p22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7" name="Google Shape;3707;p22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8" name="Google Shape;3708;p22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9" name="Google Shape;3709;p22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0" name="Google Shape;3710;p22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1" name="Google Shape;3711;p22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2" name="Google Shape;3712;p22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3" name="Google Shape;3713;p22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4" name="Google Shape;3714;p22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5" name="Google Shape;3715;p22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6" name="Google Shape;3716;p22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7" name="Google Shape;3717;p22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8" name="Google Shape;3718;p22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9" name="Google Shape;3719;p22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0" name="Google Shape;3720;p22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1" name="Google Shape;3721;p22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2" name="Google Shape;3722;p22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3" name="Google Shape;3723;p22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4" name="Google Shape;3724;p22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5" name="Google Shape;3725;p22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6" name="Google Shape;3726;p22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7" name="Google Shape;3727;p22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9" name="Google Shape;3729;p23"/>
          <p:cNvGrpSpPr/>
          <p:nvPr/>
        </p:nvGrpSpPr>
        <p:grpSpPr>
          <a:xfrm rot="-4280205" flipH="1">
            <a:off x="2573480" y="3405268"/>
            <a:ext cx="9206047" cy="7198955"/>
            <a:chOff x="-3560675" y="-1695025"/>
            <a:chExt cx="9206200" cy="7199075"/>
          </a:xfrm>
        </p:grpSpPr>
        <p:sp>
          <p:nvSpPr>
            <p:cNvPr id="3730" name="Google Shape;3730;p23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1" name="Google Shape;3731;p23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2" name="Google Shape;3732;p23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733" name="Google Shape;3733;p23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3734" name="Google Shape;3734;p23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35" name="Google Shape;3735;p23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36" name="Google Shape;3736;p23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37" name="Google Shape;3737;p23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38" name="Google Shape;3738;p23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3739" name="Google Shape;3739;p23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3740" name="Google Shape;3740;p23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1" name="Google Shape;3741;p23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2" name="Google Shape;3742;p23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3" name="Google Shape;3743;p23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4" name="Google Shape;3744;p23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5" name="Google Shape;3745;p23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6" name="Google Shape;3746;p23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7" name="Google Shape;3747;p23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8" name="Google Shape;3748;p23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9" name="Google Shape;3749;p23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0" name="Google Shape;3750;p23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1" name="Google Shape;3751;p23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2" name="Google Shape;3752;p23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3" name="Google Shape;3753;p23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4" name="Google Shape;3754;p23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5" name="Google Shape;3755;p23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6" name="Google Shape;3756;p23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7" name="Google Shape;3757;p23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8" name="Google Shape;3758;p23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9" name="Google Shape;3759;p23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0" name="Google Shape;3760;p23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1" name="Google Shape;3761;p23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2" name="Google Shape;3762;p23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3" name="Google Shape;3763;p23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4" name="Google Shape;3764;p23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5" name="Google Shape;3765;p23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6" name="Google Shape;3766;p23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7" name="Google Shape;3767;p23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8" name="Google Shape;3768;p23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9" name="Google Shape;3769;p23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0" name="Google Shape;3770;p23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1" name="Google Shape;3771;p23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2" name="Google Shape;3772;p23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3" name="Google Shape;3773;p23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4" name="Google Shape;3774;p23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5" name="Google Shape;3775;p23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6" name="Google Shape;3776;p23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7" name="Google Shape;3777;p23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8" name="Google Shape;3778;p23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9" name="Google Shape;3779;p23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0" name="Google Shape;3780;p23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1" name="Google Shape;3781;p23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2" name="Google Shape;3782;p23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3" name="Google Shape;3783;p23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4" name="Google Shape;3784;p23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5" name="Google Shape;3785;p23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6" name="Google Shape;3786;p23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7" name="Google Shape;3787;p23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8" name="Google Shape;3788;p23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9" name="Google Shape;3789;p23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0" name="Google Shape;3790;p23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1" name="Google Shape;3791;p23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2" name="Google Shape;3792;p23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3" name="Google Shape;3793;p23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4" name="Google Shape;3794;p23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5" name="Google Shape;3795;p23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6" name="Google Shape;3796;p23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7" name="Google Shape;3797;p23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grpSp>
        <p:nvGrpSpPr>
          <p:cNvPr id="3798" name="Google Shape;3798;p23"/>
          <p:cNvGrpSpPr/>
          <p:nvPr/>
        </p:nvGrpSpPr>
        <p:grpSpPr>
          <a:xfrm rot="10800000">
            <a:off x="2547513" y="-4149312"/>
            <a:ext cx="9036625" cy="5462925"/>
            <a:chOff x="-1554275" y="-744050"/>
            <a:chExt cx="9036625" cy="5462925"/>
          </a:xfrm>
        </p:grpSpPr>
        <p:sp>
          <p:nvSpPr>
            <p:cNvPr id="3799" name="Google Shape;3799;p23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0" name="Google Shape;3800;p23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801" name="Google Shape;3801;p23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802" name="Google Shape;3802;p23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3" name="Google Shape;3803;p23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4" name="Google Shape;3804;p23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5" name="Google Shape;3805;p23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6" name="Google Shape;3806;p23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7" name="Google Shape;3807;p23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8" name="Google Shape;3808;p23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9" name="Google Shape;3809;p23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0" name="Google Shape;3810;p23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1" name="Google Shape;3811;p23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2" name="Google Shape;3812;p23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3" name="Google Shape;3813;p23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4" name="Google Shape;3814;p23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5" name="Google Shape;3815;p23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6" name="Google Shape;3816;p23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7" name="Google Shape;3817;p23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8" name="Google Shape;3818;p23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9" name="Google Shape;3819;p23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0" name="Google Shape;3820;p23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1" name="Google Shape;3821;p23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2" name="Google Shape;3822;p23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3" name="Google Shape;3823;p23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4" name="Google Shape;3824;p23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5" name="Google Shape;3825;p23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6" name="Google Shape;3826;p23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7" name="Google Shape;3827;p23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8" name="Google Shape;3828;p23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9" name="Google Shape;3829;p23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0" name="Google Shape;3830;p23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1" name="Google Shape;3831;p23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2" name="Google Shape;3832;p23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3" name="Google Shape;3833;p23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4" name="Google Shape;3834;p23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5" name="Google Shape;3835;p23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6" name="Google Shape;3836;p23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7" name="Google Shape;3837;p23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8" name="Google Shape;3838;p23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9" name="Google Shape;3839;p23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0" name="Google Shape;3840;p23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1" name="Google Shape;3841;p23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2" name="Google Shape;3842;p23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3" name="Google Shape;3843;p23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4" name="Google Shape;3844;p23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5" name="Google Shape;3845;p23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6" name="Google Shape;3846;p23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7" name="Google Shape;3847;p23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8" name="Google Shape;3848;p23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9" name="Google Shape;3849;p23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0" name="Google Shape;3850;p23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1" name="Google Shape;3851;p23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2" name="Google Shape;3852;p23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3" name="Google Shape;3853;p23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4" name="Google Shape;3854;p23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5" name="Google Shape;3855;p23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6" name="Google Shape;3856;p23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7" name="Google Shape;3857;p23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8" name="Google Shape;3858;p23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9" name="Google Shape;3859;p23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0" name="Google Shape;3860;p23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1" name="Google Shape;3861;p23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2" name="Google Shape;3862;p23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3" name="Google Shape;3863;p23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4" name="Google Shape;3864;p23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5" name="Google Shape;3865;p23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6" name="Google Shape;3866;p23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7" name="Google Shape;3867;p23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8" name="Google Shape;3868;p23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9" name="Google Shape;3869;p23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0" name="Google Shape;3870;p23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1" name="Google Shape;3871;p23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2" name="Google Shape;3872;p23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3" name="Google Shape;3873;p23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4" name="Google Shape;3874;p23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5" name="Google Shape;3875;p23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6" name="Google Shape;3876;p23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7" name="Google Shape;3877;p23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8" name="Google Shape;3878;p23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9" name="Google Shape;3879;p23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0" name="Google Shape;3880;p23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1" name="Google Shape;3881;p23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2" name="Google Shape;3882;p23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3" name="Google Shape;3883;p23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4" name="Google Shape;3884;p23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5" name="Google Shape;3885;p23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6" name="Google Shape;3886;p23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7" name="Google Shape;3887;p23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8" name="Google Shape;3888;p23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9" name="Google Shape;3889;p23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0" name="Google Shape;3890;p23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1" name="Google Shape;3891;p23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2" name="Google Shape;3892;p23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3" name="Google Shape;3893;p23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4" name="Google Shape;3894;p23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5" name="Google Shape;3895;p23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6" name="Google Shape;3896;p23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7" name="Google Shape;3897;p23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8" name="Google Shape;3898;p23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9" name="Google Shape;3899;p23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0" name="Google Shape;3900;p23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1" name="Google Shape;3901;p23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2" name="Google Shape;3902;p23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3" name="Google Shape;3903;p23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4" name="Google Shape;3904;p23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5" name="Google Shape;3905;p23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6" name="Google Shape;3906;p23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7" name="Google Shape;3907;p23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8" name="Google Shape;3908;p23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9" name="Google Shape;3909;p23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0" name="Google Shape;3910;p23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1" name="Google Shape;3911;p23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2" name="Google Shape;3912;p23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3" name="Google Shape;3913;p23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4" name="Google Shape;3914;p23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5" name="Google Shape;3915;p23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6" name="Google Shape;3916;p23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7" name="Google Shape;3917;p23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8" name="Google Shape;3918;p23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9" name="Google Shape;3919;p23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0" name="Google Shape;3920;p23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1" name="Google Shape;3921;p23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2" name="Google Shape;3922;p23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3" name="Google Shape;3923;p23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3924" name="Google Shape;3924;p23"/>
          <p:cNvSpPr txBox="1">
            <a:spLocks noGrp="1"/>
          </p:cNvSpPr>
          <p:nvPr>
            <p:ph type="subTitle" idx="1"/>
          </p:nvPr>
        </p:nvSpPr>
        <p:spPr>
          <a:xfrm>
            <a:off x="713263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5" name="Google Shape;3925;p23"/>
          <p:cNvSpPr txBox="1">
            <a:spLocks noGrp="1"/>
          </p:cNvSpPr>
          <p:nvPr>
            <p:ph type="subTitle" idx="2"/>
          </p:nvPr>
        </p:nvSpPr>
        <p:spPr>
          <a:xfrm>
            <a:off x="717000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26" name="Google Shape;3926;p23"/>
          <p:cNvSpPr txBox="1">
            <a:spLocks noGrp="1"/>
          </p:cNvSpPr>
          <p:nvPr>
            <p:ph type="subTitle" idx="3"/>
          </p:nvPr>
        </p:nvSpPr>
        <p:spPr>
          <a:xfrm>
            <a:off x="2641655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7" name="Google Shape;3927;p23"/>
          <p:cNvSpPr txBox="1">
            <a:spLocks noGrp="1"/>
          </p:cNvSpPr>
          <p:nvPr>
            <p:ph type="subTitle" idx="4"/>
          </p:nvPr>
        </p:nvSpPr>
        <p:spPr>
          <a:xfrm>
            <a:off x="2645395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28" name="Google Shape;3928;p23"/>
          <p:cNvSpPr txBox="1">
            <a:spLocks noGrp="1"/>
          </p:cNvSpPr>
          <p:nvPr>
            <p:ph type="subTitle" idx="5"/>
          </p:nvPr>
        </p:nvSpPr>
        <p:spPr>
          <a:xfrm>
            <a:off x="4573795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9" name="Google Shape;3929;p23"/>
          <p:cNvSpPr txBox="1">
            <a:spLocks noGrp="1"/>
          </p:cNvSpPr>
          <p:nvPr>
            <p:ph type="subTitle" idx="6"/>
          </p:nvPr>
        </p:nvSpPr>
        <p:spPr>
          <a:xfrm>
            <a:off x="4577536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30" name="Google Shape;3930;p23"/>
          <p:cNvSpPr txBox="1">
            <a:spLocks noGrp="1"/>
          </p:cNvSpPr>
          <p:nvPr>
            <p:ph type="subTitle" idx="7"/>
          </p:nvPr>
        </p:nvSpPr>
        <p:spPr>
          <a:xfrm>
            <a:off x="6502282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1" name="Google Shape;3931;p23"/>
          <p:cNvSpPr txBox="1">
            <a:spLocks noGrp="1"/>
          </p:cNvSpPr>
          <p:nvPr>
            <p:ph type="subTitle" idx="8"/>
          </p:nvPr>
        </p:nvSpPr>
        <p:spPr>
          <a:xfrm>
            <a:off x="6506025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32" name="Google Shape;3932;p23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2">
    <p:spTree>
      <p:nvGrpSpPr>
        <p:cNvPr id="1" name="Shape 3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4" name="Google Shape;3934;p24"/>
          <p:cNvSpPr txBox="1">
            <a:spLocks noGrp="1"/>
          </p:cNvSpPr>
          <p:nvPr>
            <p:ph type="subTitle" idx="1"/>
          </p:nvPr>
        </p:nvSpPr>
        <p:spPr>
          <a:xfrm>
            <a:off x="715353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5" name="Google Shape;3935;p24"/>
          <p:cNvSpPr txBox="1">
            <a:spLocks noGrp="1"/>
          </p:cNvSpPr>
          <p:nvPr>
            <p:ph type="subTitle" idx="2"/>
          </p:nvPr>
        </p:nvSpPr>
        <p:spPr>
          <a:xfrm>
            <a:off x="3438750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6" name="Google Shape;3936;p24"/>
          <p:cNvSpPr txBox="1">
            <a:spLocks noGrp="1"/>
          </p:cNvSpPr>
          <p:nvPr>
            <p:ph type="subTitle" idx="3"/>
          </p:nvPr>
        </p:nvSpPr>
        <p:spPr>
          <a:xfrm>
            <a:off x="715353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7" name="Google Shape;3937;p24"/>
          <p:cNvSpPr txBox="1">
            <a:spLocks noGrp="1"/>
          </p:cNvSpPr>
          <p:nvPr>
            <p:ph type="subTitle" idx="4"/>
          </p:nvPr>
        </p:nvSpPr>
        <p:spPr>
          <a:xfrm>
            <a:off x="3438750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8" name="Google Shape;3938;p24"/>
          <p:cNvSpPr txBox="1">
            <a:spLocks noGrp="1"/>
          </p:cNvSpPr>
          <p:nvPr>
            <p:ph type="subTitle" idx="5"/>
          </p:nvPr>
        </p:nvSpPr>
        <p:spPr>
          <a:xfrm>
            <a:off x="715353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9" name="Google Shape;3939;p24"/>
          <p:cNvSpPr txBox="1">
            <a:spLocks noGrp="1"/>
          </p:cNvSpPr>
          <p:nvPr>
            <p:ph type="subTitle" idx="6"/>
          </p:nvPr>
        </p:nvSpPr>
        <p:spPr>
          <a:xfrm>
            <a:off x="3438750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0" name="Google Shape;3940;p24"/>
          <p:cNvSpPr txBox="1">
            <a:spLocks noGrp="1"/>
          </p:cNvSpPr>
          <p:nvPr>
            <p:ph type="subTitle" idx="7"/>
          </p:nvPr>
        </p:nvSpPr>
        <p:spPr>
          <a:xfrm>
            <a:off x="715353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1" name="Google Shape;3941;p24"/>
          <p:cNvSpPr txBox="1">
            <a:spLocks noGrp="1"/>
          </p:cNvSpPr>
          <p:nvPr>
            <p:ph type="subTitle" idx="8"/>
          </p:nvPr>
        </p:nvSpPr>
        <p:spPr>
          <a:xfrm>
            <a:off x="3438750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2" name="Google Shape;3942;p24"/>
          <p:cNvSpPr txBox="1">
            <a:spLocks noGrp="1"/>
          </p:cNvSpPr>
          <p:nvPr>
            <p:ph type="subTitle" idx="9"/>
          </p:nvPr>
        </p:nvSpPr>
        <p:spPr>
          <a:xfrm>
            <a:off x="6164062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3" name="Google Shape;3943;p24"/>
          <p:cNvSpPr txBox="1">
            <a:spLocks noGrp="1"/>
          </p:cNvSpPr>
          <p:nvPr>
            <p:ph type="subTitle" idx="13"/>
          </p:nvPr>
        </p:nvSpPr>
        <p:spPr>
          <a:xfrm>
            <a:off x="6164062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4" name="Google Shape;3944;p24"/>
          <p:cNvSpPr txBox="1">
            <a:spLocks noGrp="1"/>
          </p:cNvSpPr>
          <p:nvPr>
            <p:ph type="subTitle" idx="14"/>
          </p:nvPr>
        </p:nvSpPr>
        <p:spPr>
          <a:xfrm>
            <a:off x="6164062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5" name="Google Shape;3945;p24"/>
          <p:cNvSpPr txBox="1">
            <a:spLocks noGrp="1"/>
          </p:cNvSpPr>
          <p:nvPr>
            <p:ph type="subTitle" idx="15"/>
          </p:nvPr>
        </p:nvSpPr>
        <p:spPr>
          <a:xfrm>
            <a:off x="6164062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6" name="Google Shape;3946;p24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3947" name="Google Shape;3947;p24"/>
          <p:cNvGrpSpPr/>
          <p:nvPr/>
        </p:nvGrpSpPr>
        <p:grpSpPr>
          <a:xfrm rot="10800000" flipH="1">
            <a:off x="-3603912" y="1246225"/>
            <a:ext cx="9036625" cy="5462925"/>
            <a:chOff x="-1554275" y="-744050"/>
            <a:chExt cx="9036625" cy="5462925"/>
          </a:xfrm>
        </p:grpSpPr>
        <p:sp>
          <p:nvSpPr>
            <p:cNvPr id="3948" name="Google Shape;3948;p24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9" name="Google Shape;3949;p24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950" name="Google Shape;3950;p24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951" name="Google Shape;3951;p24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2" name="Google Shape;3952;p24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3" name="Google Shape;3953;p24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4" name="Google Shape;3954;p24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5" name="Google Shape;3955;p24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6" name="Google Shape;3956;p24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7" name="Google Shape;3957;p24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8" name="Google Shape;3958;p24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9" name="Google Shape;3959;p24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0" name="Google Shape;3960;p24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1" name="Google Shape;3961;p24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2" name="Google Shape;3962;p24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3" name="Google Shape;3963;p24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4" name="Google Shape;3964;p24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5" name="Google Shape;3965;p24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6" name="Google Shape;3966;p24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7" name="Google Shape;3967;p24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8" name="Google Shape;3968;p24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9" name="Google Shape;3969;p24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0" name="Google Shape;3970;p24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1" name="Google Shape;3971;p24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2" name="Google Shape;3972;p24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3" name="Google Shape;3973;p24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4" name="Google Shape;3974;p24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5" name="Google Shape;3975;p24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6" name="Google Shape;3976;p24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7" name="Google Shape;3977;p24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8" name="Google Shape;3978;p24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9" name="Google Shape;3979;p24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0" name="Google Shape;3980;p24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1" name="Google Shape;3981;p24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2" name="Google Shape;3982;p24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3" name="Google Shape;3983;p24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4" name="Google Shape;3984;p24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5" name="Google Shape;3985;p24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6" name="Google Shape;3986;p24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7" name="Google Shape;3987;p24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8" name="Google Shape;3988;p24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9" name="Google Shape;3989;p24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0" name="Google Shape;3990;p24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1" name="Google Shape;3991;p24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2" name="Google Shape;3992;p24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3" name="Google Shape;3993;p24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4" name="Google Shape;3994;p24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5" name="Google Shape;3995;p24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6" name="Google Shape;3996;p24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7" name="Google Shape;3997;p24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8" name="Google Shape;3998;p24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9" name="Google Shape;3999;p24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0" name="Google Shape;4000;p24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1" name="Google Shape;4001;p24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2" name="Google Shape;4002;p24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3" name="Google Shape;4003;p24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4" name="Google Shape;4004;p24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5" name="Google Shape;4005;p24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6" name="Google Shape;4006;p24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7" name="Google Shape;4007;p24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8" name="Google Shape;4008;p24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9" name="Google Shape;4009;p24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0" name="Google Shape;4010;p24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1" name="Google Shape;4011;p24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2" name="Google Shape;4012;p24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3" name="Google Shape;4013;p24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4" name="Google Shape;4014;p24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5" name="Google Shape;4015;p24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6" name="Google Shape;4016;p24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7" name="Google Shape;4017;p24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8" name="Google Shape;4018;p24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9" name="Google Shape;4019;p24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0" name="Google Shape;4020;p24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1" name="Google Shape;4021;p24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2" name="Google Shape;4022;p24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3" name="Google Shape;4023;p24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4" name="Google Shape;4024;p24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5" name="Google Shape;4025;p24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6" name="Google Shape;4026;p24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7" name="Google Shape;4027;p24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8" name="Google Shape;4028;p24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9" name="Google Shape;4029;p24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0" name="Google Shape;4030;p24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1" name="Google Shape;4031;p24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2" name="Google Shape;4032;p24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3" name="Google Shape;4033;p24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4" name="Google Shape;4034;p24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5" name="Google Shape;4035;p24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6" name="Google Shape;4036;p24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7" name="Google Shape;4037;p24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8" name="Google Shape;4038;p24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9" name="Google Shape;4039;p24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0" name="Google Shape;4040;p24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1" name="Google Shape;4041;p24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2" name="Google Shape;4042;p24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3" name="Google Shape;4043;p24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4" name="Google Shape;4044;p24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5" name="Google Shape;4045;p24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6" name="Google Shape;4046;p24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7" name="Google Shape;4047;p24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8" name="Google Shape;4048;p24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9" name="Google Shape;4049;p24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0" name="Google Shape;4050;p24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1" name="Google Shape;4051;p24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2" name="Google Shape;4052;p24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3" name="Google Shape;4053;p24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4" name="Google Shape;4054;p24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5" name="Google Shape;4055;p24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6" name="Google Shape;4056;p24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7" name="Google Shape;4057;p24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8" name="Google Shape;4058;p24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9" name="Google Shape;4059;p24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0" name="Google Shape;4060;p24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1" name="Google Shape;4061;p24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2" name="Google Shape;4062;p24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3" name="Google Shape;4063;p24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4" name="Google Shape;4064;p24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5" name="Google Shape;4065;p24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6" name="Google Shape;4066;p24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7" name="Google Shape;4067;p24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8" name="Google Shape;4068;p24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9" name="Google Shape;4069;p24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0" name="Google Shape;4070;p24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1" name="Google Shape;4071;p24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2" name="Google Shape;4072;p24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4073" name="Google Shape;4073;p24"/>
          <p:cNvGrpSpPr/>
          <p:nvPr/>
        </p:nvGrpSpPr>
        <p:grpSpPr>
          <a:xfrm rot="10800000" flipH="1">
            <a:off x="4587575" y="-4570025"/>
            <a:ext cx="9036625" cy="5462925"/>
            <a:chOff x="-1554275" y="-744050"/>
            <a:chExt cx="9036625" cy="5462925"/>
          </a:xfrm>
        </p:grpSpPr>
        <p:sp>
          <p:nvSpPr>
            <p:cNvPr id="4074" name="Google Shape;4074;p24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5" name="Google Shape;4075;p24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076" name="Google Shape;4076;p24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4077" name="Google Shape;4077;p24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8" name="Google Shape;4078;p24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9" name="Google Shape;4079;p24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0" name="Google Shape;4080;p24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1" name="Google Shape;4081;p24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2" name="Google Shape;4082;p24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3" name="Google Shape;4083;p24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4" name="Google Shape;4084;p24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5" name="Google Shape;4085;p24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6" name="Google Shape;4086;p24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7" name="Google Shape;4087;p24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8" name="Google Shape;4088;p24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9" name="Google Shape;4089;p24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0" name="Google Shape;4090;p24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1" name="Google Shape;4091;p24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2" name="Google Shape;4092;p24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3" name="Google Shape;4093;p24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4" name="Google Shape;4094;p24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5" name="Google Shape;4095;p24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6" name="Google Shape;4096;p24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7" name="Google Shape;4097;p24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8" name="Google Shape;4098;p24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9" name="Google Shape;4099;p24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0" name="Google Shape;4100;p24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1" name="Google Shape;4101;p24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2" name="Google Shape;4102;p24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3" name="Google Shape;4103;p24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4" name="Google Shape;4104;p24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5" name="Google Shape;4105;p24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6" name="Google Shape;4106;p24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7" name="Google Shape;4107;p24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8" name="Google Shape;4108;p24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9" name="Google Shape;4109;p24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0" name="Google Shape;4110;p24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1" name="Google Shape;4111;p24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2" name="Google Shape;4112;p24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3" name="Google Shape;4113;p24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4" name="Google Shape;4114;p24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5" name="Google Shape;4115;p24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6" name="Google Shape;4116;p24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7" name="Google Shape;4117;p24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8" name="Google Shape;4118;p24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9" name="Google Shape;4119;p24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0" name="Google Shape;4120;p24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1" name="Google Shape;4121;p24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2" name="Google Shape;4122;p24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3" name="Google Shape;4123;p24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4" name="Google Shape;4124;p24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5" name="Google Shape;4125;p24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6" name="Google Shape;4126;p24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7" name="Google Shape;4127;p24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8" name="Google Shape;4128;p24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9" name="Google Shape;4129;p24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0" name="Google Shape;4130;p24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1" name="Google Shape;4131;p24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2" name="Google Shape;4132;p24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3" name="Google Shape;4133;p24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4" name="Google Shape;4134;p24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5" name="Google Shape;4135;p24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6" name="Google Shape;4136;p24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7" name="Google Shape;4137;p24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8" name="Google Shape;4138;p24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9" name="Google Shape;4139;p24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0" name="Google Shape;4140;p24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1" name="Google Shape;4141;p24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8" name="Google Shape;4148;p24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9" name="Google Shape;4149;p24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0" name="Google Shape;4150;p24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1" name="Google Shape;4151;p24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2" name="Google Shape;4152;p24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3" name="Google Shape;4153;p24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4" name="Google Shape;4154;p24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5" name="Google Shape;4155;p24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6" name="Google Shape;4156;p24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7" name="Google Shape;4157;p24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8" name="Google Shape;4158;p24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9" name="Google Shape;4159;p24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0" name="Google Shape;4160;p24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1" name="Google Shape;4161;p24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2" name="Google Shape;4162;p24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3" name="Google Shape;4163;p24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4" name="Google Shape;4164;p24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5" name="Google Shape;4165;p24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6" name="Google Shape;4166;p24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7" name="Google Shape;4167;p24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8" name="Google Shape;4168;p24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9" name="Google Shape;4169;p24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0" name="Google Shape;4170;p24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1" name="Google Shape;4171;p24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2" name="Google Shape;4172;p24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3" name="Google Shape;4173;p24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4" name="Google Shape;4174;p24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5" name="Google Shape;4175;p24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6" name="Google Shape;4176;p24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7" name="Google Shape;4177;p24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8" name="Google Shape;4178;p24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9" name="Google Shape;4179;p24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0" name="Google Shape;4180;p24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1" name="Google Shape;4181;p24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2" name="Google Shape;4182;p24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3" name="Google Shape;4183;p24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4" name="Google Shape;4184;p24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5" name="Google Shape;4185;p24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6" name="Google Shape;4186;p24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7" name="Google Shape;4187;p24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8" name="Google Shape;4188;p24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9" name="Google Shape;4189;p24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0" name="Google Shape;4190;p24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1" name="Google Shape;4191;p24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2" name="Google Shape;4192;p24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3" name="Google Shape;4193;p24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4" name="Google Shape;4194;p24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5" name="Google Shape;4195;p24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6" name="Google Shape;4196;p24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7" name="Google Shape;4197;p24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8" name="Google Shape;4198;p24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4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Google Shape;4200;p25"/>
          <p:cNvSpPr txBox="1">
            <a:spLocks noGrp="1"/>
          </p:cNvSpPr>
          <p:nvPr>
            <p:ph type="title"/>
          </p:nvPr>
        </p:nvSpPr>
        <p:spPr>
          <a:xfrm>
            <a:off x="705725" y="539500"/>
            <a:ext cx="3865200" cy="8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01" name="Google Shape;4201;p25"/>
          <p:cNvSpPr txBox="1">
            <a:spLocks noGrp="1"/>
          </p:cNvSpPr>
          <p:nvPr>
            <p:ph type="subTitle" idx="1"/>
          </p:nvPr>
        </p:nvSpPr>
        <p:spPr>
          <a:xfrm>
            <a:off x="705725" y="1434750"/>
            <a:ext cx="3866400" cy="12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02" name="Google Shape;4202;p25"/>
          <p:cNvSpPr txBox="1"/>
          <p:nvPr/>
        </p:nvSpPr>
        <p:spPr>
          <a:xfrm>
            <a:off x="705050" y="3905250"/>
            <a:ext cx="31050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CREDITS: Diese Präsentationsvorlage wurde von Slidesgo erstellt, inklusive Icons von Flaticon und Infografiken &amp; Bilder von Freepik </a:t>
            </a:r>
            <a:endParaRPr sz="1200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</p:txBody>
      </p:sp>
      <p:grpSp>
        <p:nvGrpSpPr>
          <p:cNvPr id="4203" name="Google Shape;4203;p25"/>
          <p:cNvGrpSpPr/>
          <p:nvPr/>
        </p:nvGrpSpPr>
        <p:grpSpPr>
          <a:xfrm rot="-778054">
            <a:off x="3248929" y="772075"/>
            <a:ext cx="7706697" cy="7263245"/>
            <a:chOff x="2905900" y="1175475"/>
            <a:chExt cx="7706675" cy="7263225"/>
          </a:xfrm>
        </p:grpSpPr>
        <p:sp>
          <p:nvSpPr>
            <p:cNvPr id="4204" name="Google Shape;4204;p25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5" name="Google Shape;4205;p25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6" name="Google Shape;4206;p25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7" name="Google Shape;4207;p25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8" name="Google Shape;4208;p25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9" name="Google Shape;4209;p25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0" name="Google Shape;4210;p25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1" name="Google Shape;4211;p25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2" name="Google Shape;4212;p25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3" name="Google Shape;4213;p25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4" name="Google Shape;4214;p25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5" name="Google Shape;4215;p25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6" name="Google Shape;4216;p25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7" name="Google Shape;4217;p25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8" name="Google Shape;4218;p25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9" name="Google Shape;4219;p25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0" name="Google Shape;4220;p25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1" name="Google Shape;4221;p25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2" name="Google Shape;4222;p25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3" name="Google Shape;4223;p25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4" name="Google Shape;4224;p25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5" name="Google Shape;4225;p25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6" name="Google Shape;4226;p25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7" name="Google Shape;4227;p25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8" name="Google Shape;4228;p25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9" name="Google Shape;4229;p25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0" name="Google Shape;4230;p25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1" name="Google Shape;4231;p25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2" name="Google Shape;4232;p25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3" name="Google Shape;4233;p25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4" name="Google Shape;4234;p25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5" name="Google Shape;4235;p25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6" name="Google Shape;4236;p25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7" name="Google Shape;4237;p25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8" name="Google Shape;4238;p25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9" name="Google Shape;4239;p25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0" name="Google Shape;4240;p25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1" name="Google Shape;4241;p25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2" name="Google Shape;4242;p25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3" name="Google Shape;4243;p25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4" name="Google Shape;4244;p25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5" name="Google Shape;4245;p25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6" name="Google Shape;4246;p25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7" name="Google Shape;4247;p25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8" name="Google Shape;4248;p25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9" name="Google Shape;4249;p25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0" name="Google Shape;4250;p25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1" name="Google Shape;4251;p25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2" name="Google Shape;4252;p25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3" name="Google Shape;4253;p25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4" name="Google Shape;4254;p25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5" name="Google Shape;4255;p25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6" name="Google Shape;4256;p25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7" name="Google Shape;4257;p25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8" name="Google Shape;4258;p25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9" name="Google Shape;4259;p25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0" name="Google Shape;4260;p25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1" name="Google Shape;4261;p25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2" name="Google Shape;4262;p25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3" name="Google Shape;4263;p25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4" name="Google Shape;4264;p25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5" name="Google Shape;4265;p25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6" name="Google Shape;4266;p25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7" name="Google Shape;4267;p25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8" name="Google Shape;4268;p25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0" name="Google Shape;4270;p26"/>
          <p:cNvGrpSpPr/>
          <p:nvPr/>
        </p:nvGrpSpPr>
        <p:grpSpPr>
          <a:xfrm>
            <a:off x="-672042" y="-800093"/>
            <a:ext cx="10488084" cy="6107348"/>
            <a:chOff x="-120550" y="-133450"/>
            <a:chExt cx="7847425" cy="4570000"/>
          </a:xfrm>
        </p:grpSpPr>
        <p:sp>
          <p:nvSpPr>
            <p:cNvPr id="4271" name="Google Shape;4271;p26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2" name="Google Shape;4272;p26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3" name="Google Shape;4273;p26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4" name="Google Shape;4274;p26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5" name="Google Shape;4275;p26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6" name="Google Shape;4276;p26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7" name="Google Shape;4277;p26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8" name="Google Shape;4278;p26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9" name="Google Shape;4279;p26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0" name="Google Shape;4280;p26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1" name="Google Shape;4281;p26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2" name="Google Shape;4282;p26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3" name="Google Shape;4283;p26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4" name="Google Shape;4284;p26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5" name="Google Shape;4285;p26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6" name="Google Shape;4286;p26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7" name="Google Shape;4287;p26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8" name="Google Shape;4288;p26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9" name="Google Shape;4289;p26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0" name="Google Shape;4290;p26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1" name="Google Shape;4291;p26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2" name="Google Shape;4292;p26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3" name="Google Shape;4293;p26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4" name="Google Shape;4294;p26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5" name="Google Shape;4295;p26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6" name="Google Shape;4296;p26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7" name="Google Shape;4297;p26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8" name="Google Shape;4298;p26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9" name="Google Shape;4299;p26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0" name="Google Shape;4300;p26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1" name="Google Shape;4301;p26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2" name="Google Shape;4302;p26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3" name="Google Shape;4303;p26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4" name="Google Shape;4304;p26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5" name="Google Shape;4305;p26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6" name="Google Shape;4306;p26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7" name="Google Shape;4307;p26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8" name="Google Shape;4308;p26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9" name="Google Shape;4309;p26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0" name="Google Shape;4310;p26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1" name="Google Shape;4311;p26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2" name="Google Shape;4312;p26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3" name="Google Shape;4313;p26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4" name="Google Shape;4314;p26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5" name="Google Shape;4315;p26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6" name="Google Shape;4316;p26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7" name="Google Shape;4317;p26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8" name="Google Shape;4318;p26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9" name="Google Shape;4319;p26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0" name="Google Shape;4320;p26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1" name="Google Shape;4321;p26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2" name="Google Shape;4322;p26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3" name="Google Shape;4323;p26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4" name="Google Shape;4324;p26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5" name="Google Shape;4325;p26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6" name="Google Shape;4326;p26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7" name="Google Shape;4327;p26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8" name="Google Shape;4328;p26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9" name="Google Shape;4329;p26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0" name="Google Shape;4330;p26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1" name="Google Shape;4331;p26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2" name="Google Shape;4332;p26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3" name="Google Shape;4333;p26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4" name="Google Shape;4334;p26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5" name="Google Shape;4335;p26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6" name="Google Shape;4336;p26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7" name="Google Shape;4337;p26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8" name="Google Shape;4338;p26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9" name="Google Shape;4339;p26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0" name="Google Shape;4340;p26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1" name="Google Shape;4341;p26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2" name="Google Shape;4342;p26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3" name="Google Shape;4343;p26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4" name="Google Shape;4344;p26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5" name="Google Shape;4345;p26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6" name="Google Shape;4346;p26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7" name="Google Shape;4347;p26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8" name="Google Shape;4348;p26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9" name="Google Shape;4349;p26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0" name="Google Shape;4350;p26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1" name="Google Shape;4351;p26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2" name="Google Shape;4352;p26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3" name="Google Shape;4353;p26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4" name="Google Shape;4354;p26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5" name="Google Shape;4355;p26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6" name="Google Shape;4356;p26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7" name="Google Shape;4357;p26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8" name="Google Shape;4358;p26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9" name="Google Shape;4359;p26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0" name="Google Shape;4360;p26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1" name="Google Shape;4361;p26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2" name="Google Shape;4362;p26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3" name="Google Shape;4363;p26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4" name="Google Shape;4364;p26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5" name="Google Shape;4365;p26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6" name="Google Shape;4366;p26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7" name="Google Shape;4367;p26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8" name="Google Shape;4368;p26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9" name="Google Shape;4369;p26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0" name="Google Shape;4370;p26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1" name="Google Shape;4371;p26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2" name="Google Shape;4372;p26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3" name="Google Shape;4373;p26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4" name="Google Shape;4374;p26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5" name="Google Shape;4375;p26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6" name="Google Shape;4376;p26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7" name="Google Shape;4377;p26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8" name="Google Shape;4378;p26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9" name="Google Shape;4379;p26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0" name="Google Shape;4380;p26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1" name="Google Shape;4381;p26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2" name="Google Shape;4382;p26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3" name="Google Shape;4383;p26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4" name="Google Shape;4384;p26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5" name="Google Shape;4385;p26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6" name="Google Shape;4386;p26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7" name="Google Shape;4387;p26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8" name="Google Shape;4388;p26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9" name="Google Shape;4389;p26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0" name="Google Shape;4390;p26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1" name="Google Shape;4391;p26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2" name="Google Shape;4392;p26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3" name="Google Shape;4393;p26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4" name="Google Shape;4394;p26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5" name="Google Shape;4395;p26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6" name="Google Shape;4396;p26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7" name="Google Shape;4397;p26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8" name="Google Shape;4398;p26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9" name="Google Shape;4399;p26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0" name="Google Shape;4400;p26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1" name="Google Shape;4401;p26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2" name="Google Shape;4402;p26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3" name="Google Shape;4403;p26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4" name="Google Shape;4404;p26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5" name="Google Shape;4405;p26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6" name="Google Shape;4406;p26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7" name="Google Shape;4407;p26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8" name="Google Shape;4408;p26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9" name="Google Shape;4409;p26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0" name="Google Shape;4410;p26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1" name="Google Shape;4411;p26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2" name="Google Shape;4412;p26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3" name="Google Shape;4413;p26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4" name="Google Shape;4414;p26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5" name="Google Shape;4415;p26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6" name="Google Shape;4416;p26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7" name="Google Shape;4417;p26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8" name="Google Shape;4418;p26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9" name="Google Shape;4419;p26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0" name="Google Shape;4420;p26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1" name="Google Shape;4421;p26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2" name="Google Shape;4422;p26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3" name="Google Shape;4423;p26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4" name="Google Shape;4424;p26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5" name="Google Shape;4425;p26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6" name="Google Shape;4426;p26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7" name="Google Shape;4427;p26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8" name="Google Shape;4428;p26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9" name="Google Shape;4429;p26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0" name="Google Shape;4430;p26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1" name="Google Shape;4431;p26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2" name="Google Shape;4432;p26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3" name="Google Shape;4433;p26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4" name="Google Shape;4434;p26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5" name="Google Shape;4435;p26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6" name="Google Shape;4436;p26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7" name="Google Shape;4437;p26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8" name="Google Shape;4438;p26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9" name="Google Shape;4439;p26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0" name="Google Shape;4440;p26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1" name="Google Shape;4441;p26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2" name="Google Shape;4442;p26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3" name="Google Shape;4443;p26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4" name="Google Shape;4444;p26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5" name="Google Shape;4445;p26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6" name="Google Shape;4446;p26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7" name="Google Shape;4447;p26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8" name="Google Shape;4448;p26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9" name="Google Shape;4449;p26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0" name="Google Shape;4450;p26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1" name="Google Shape;4451;p26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2" name="Google Shape;4452;p26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3" name="Google Shape;4453;p26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4" name="Google Shape;4454;p26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5" name="Google Shape;4455;p26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6" name="Google Shape;4456;p26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7" name="Google Shape;4457;p26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8" name="Google Shape;4458;p26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9" name="Google Shape;4459;p26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0" name="Google Shape;4460;p26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1" name="Google Shape;4461;p26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2" name="Google Shape;4462;p26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3" name="Google Shape;4463;p26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4" name="Google Shape;4464;p26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5" name="Google Shape;4465;p26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6" name="Google Shape;4466;p26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7" name="Google Shape;4467;p26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8" name="Google Shape;4468;p26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9" name="Google Shape;4469;p26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0" name="Google Shape;4470;p26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1" name="Google Shape;4471;p26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2" name="Google Shape;4472;p26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3" name="Google Shape;4473;p26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4" name="Google Shape;4474;p26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5" name="Google Shape;4475;p26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6" name="Google Shape;4476;p26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7" name="Google Shape;4477;p26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8" name="Google Shape;4478;p26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9" name="Google Shape;4479;p26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0" name="Google Shape;4480;p26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1" name="Google Shape;4481;p26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2" name="Google Shape;4482;p26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3" name="Google Shape;4483;p26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4" name="Google Shape;4484;p26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5" name="Google Shape;4485;p26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6" name="Google Shape;4486;p26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7" name="Google Shape;4487;p26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8" name="Google Shape;4488;p26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9" name="Google Shape;4489;p26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0" name="Google Shape;4490;p26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1" name="Google Shape;4491;p26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2" name="Google Shape;4492;p26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3" name="Google Shape;4493;p26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4" name="Google Shape;4494;p26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5" name="Google Shape;4495;p26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6" name="Google Shape;4496;p26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7" name="Google Shape;4497;p26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8" name="Google Shape;4498;p26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9" name="Google Shape;4499;p26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0" name="Google Shape;4500;p26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1" name="Google Shape;4501;p26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2" name="Google Shape;4502;p26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3" name="Google Shape;4503;p26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4" name="Google Shape;4504;p26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5" name="Google Shape;4505;p26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6" name="Google Shape;4506;p26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7" name="Google Shape;4507;p26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8" name="Google Shape;4508;p26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9" name="Google Shape;4509;p26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0" name="Google Shape;4510;p26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1" name="Google Shape;4511;p26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2" name="Google Shape;4512;p26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3" name="Google Shape;4513;p26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4" name="Google Shape;4514;p26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5" name="Google Shape;4515;p26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6" name="Google Shape;4516;p26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7" name="Google Shape;4517;p26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8" name="Google Shape;4518;p26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9" name="Google Shape;4519;p26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0" name="Google Shape;4520;p26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1" name="Google Shape;4521;p26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2" name="Google Shape;4522;p26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3" name="Google Shape;4523;p26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4" name="Google Shape;4524;p26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5" name="Google Shape;4525;p26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6" name="Google Shape;4526;p26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7" name="Google Shape;4527;p26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8" name="Google Shape;4528;p26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9" name="Google Shape;4529;p26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0" name="Google Shape;4530;p26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1" name="Google Shape;4531;p26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2" name="Google Shape;4532;p26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3" name="Google Shape;4533;p26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4" name="Google Shape;4534;p26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5" name="Google Shape;4535;p26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6" name="Google Shape;4536;p26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7" name="Google Shape;4537;p26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8" name="Google Shape;4538;p26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9" name="Google Shape;4539;p26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0" name="Google Shape;4540;p26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1" name="Google Shape;4541;p26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2" name="Google Shape;4542;p26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3" name="Google Shape;4543;p26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4" name="Google Shape;4544;p26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5" name="Google Shape;4545;p26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6" name="Google Shape;4546;p26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7" name="Google Shape;4547;p26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8" name="Google Shape;4548;p26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9" name="Google Shape;4549;p26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0" name="Google Shape;4550;p26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1" name="Google Shape;4551;p26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2" name="Google Shape;4552;p26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3" name="Google Shape;4553;p26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4" name="Google Shape;4554;p26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5" name="Google Shape;4555;p26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6" name="Google Shape;4556;p26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7" name="Google Shape;4557;p26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8" name="Google Shape;4558;p26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9" name="Google Shape;4559;p26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0" name="Google Shape;4560;p26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1" name="Google Shape;4561;p26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2" name="Google Shape;4562;p26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3" name="Google Shape;4563;p26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4" name="Google Shape;4564;p26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5" name="Google Shape;4565;p26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6" name="Google Shape;4566;p26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7" name="Google Shape;4567;p26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8" name="Google Shape;4568;p26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9" name="Google Shape;4569;p26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0" name="Google Shape;4570;p26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1" name="Google Shape;4571;p26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2" name="Google Shape;4572;p26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3" name="Google Shape;4573;p26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4" name="Google Shape;4574;p26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5" name="Google Shape;4575;p26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6" name="Google Shape;4576;p26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7" name="Google Shape;4577;p26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8" name="Google Shape;4578;p26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9" name="Google Shape;4579;p26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0" name="Google Shape;4580;p26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1" name="Google Shape;4581;p26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2" name="Google Shape;4582;p26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3" name="Google Shape;4583;p26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4" name="Google Shape;4584;p26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5" name="Google Shape;4585;p26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6" name="Google Shape;4586;p26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7" name="Google Shape;4587;p26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8" name="Google Shape;4588;p26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9" name="Google Shape;4589;p26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0" name="Google Shape;4590;p26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1" name="Google Shape;4591;p26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2" name="Google Shape;4592;p26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3" name="Google Shape;4593;p26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271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6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4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6" name="Google Shape;4666;p30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udiowide"/>
              <a:buNone/>
              <a:defRPr sz="36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el"/>
              <a:buChar char="●"/>
              <a:defRPr sz="18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8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2" name="Google Shape;4662;p2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663" name="Google Shape;4663;p2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EA35E5-66D5-9202-B34B-D96A1D744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5124931"/>
          </a:xfrm>
          <a:prstGeom prst="rect">
            <a:avLst/>
          </a:prstGeom>
        </p:spPr>
      </p:pic>
      <p:sp>
        <p:nvSpPr>
          <p:cNvPr id="4671" name="Google Shape;4671;p31"/>
          <p:cNvSpPr txBox="1">
            <a:spLocks noGrp="1"/>
          </p:cNvSpPr>
          <p:nvPr>
            <p:ph type="ctrTitle"/>
          </p:nvPr>
        </p:nvSpPr>
        <p:spPr>
          <a:xfrm>
            <a:off x="1343270" y="440386"/>
            <a:ext cx="7060356" cy="897314"/>
          </a:xfrm>
          <a:prstGeom prst="rect">
            <a:avLst/>
          </a:prstGeom>
          <a:noFill/>
          <a:effectLst>
            <a:softEdge rad="31750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 Balwant Singh Engineering Technical Campus, Bichpuri, Agra</a:t>
            </a:r>
            <a:endParaRPr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73" name="Google Shape;4673;p31"/>
          <p:cNvCxnSpPr>
            <a:cxnSpLocks/>
          </p:cNvCxnSpPr>
          <p:nvPr/>
        </p:nvCxnSpPr>
        <p:spPr>
          <a:xfrm>
            <a:off x="2174488" y="3143974"/>
            <a:ext cx="5253436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41F2A0-DE74-A698-B11D-D74C315F45E3}"/>
              </a:ext>
            </a:extLst>
          </p:cNvPr>
          <p:cNvSpPr txBox="1"/>
          <p:nvPr/>
        </p:nvSpPr>
        <p:spPr>
          <a:xfrm>
            <a:off x="3268575" y="1503049"/>
            <a:ext cx="3065262" cy="1133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Presentation</a:t>
            </a:r>
          </a:p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 753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FAD0CE-BB7F-CE9E-97FD-04A0C61E78AB}"/>
              </a:ext>
            </a:extLst>
          </p:cNvPr>
          <p:cNvSpPr/>
          <p:nvPr/>
        </p:nvSpPr>
        <p:spPr>
          <a:xfrm>
            <a:off x="351287" y="410038"/>
            <a:ext cx="1058871" cy="1093011"/>
          </a:xfrm>
          <a:prstGeom prst="round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222" b="98667" l="4889" r="92889">
                          <a14:foregroundMark x1="59556" y1="84889" x2="59556" y2="84889"/>
                          <a14:foregroundMark x1="86667" y1="72444" x2="86667" y2="72444"/>
                          <a14:foregroundMark x1="15556" y1="74667" x2="65778" y2="86667"/>
                          <a14:foregroundMark x1="65778" y1="86667" x2="16000" y2="66667"/>
                          <a14:foregroundMark x1="16000" y1="66667" x2="56444" y2="96889"/>
                          <a14:foregroundMark x1="56444" y1="96889" x2="23111" y2="67111"/>
                          <a14:foregroundMark x1="23111" y1="67111" x2="9333" y2="76444"/>
                          <a14:foregroundMark x1="47111" y1="15111" x2="60889" y2="58667"/>
                          <a14:foregroundMark x1="60889" y1="58667" x2="32444" y2="93778"/>
                          <a14:foregroundMark x1="32444" y1="93778" x2="87111" y2="77778"/>
                          <a14:foregroundMark x1="87111" y1="77778" x2="32889" y2="79111"/>
                          <a14:foregroundMark x1="32889" y1="79111" x2="30222" y2="77778"/>
                          <a14:foregroundMark x1="33333" y1="95556" x2="54222" y2="89778"/>
                          <a14:foregroundMark x1="60444" y1="93778" x2="76889" y2="75556"/>
                          <a14:foregroundMark x1="32444" y1="15111" x2="28889" y2="64000"/>
                          <a14:foregroundMark x1="28889" y1="64000" x2="63556" y2="97778"/>
                          <a14:foregroundMark x1="63556" y1="97778" x2="24000" y2="73333"/>
                          <a14:foregroundMark x1="24000" y1="73333" x2="76889" y2="79556"/>
                          <a14:foregroundMark x1="76889" y1="79556" x2="30667" y2="84000"/>
                          <a14:foregroundMark x1="30667" y1="84000" x2="54222" y2="33778"/>
                          <a14:foregroundMark x1="54222" y1="33778" x2="39556" y2="95556"/>
                          <a14:foregroundMark x1="39556" y1="95556" x2="39556" y2="95556"/>
                          <a14:foregroundMark x1="34667" y1="86667" x2="58222" y2="84889"/>
                          <a14:foregroundMark x1="27111" y1="90667" x2="34667" y2="87556"/>
                          <a14:foregroundMark x1="34667" y1="82667" x2="40889" y2="93778"/>
                          <a14:foregroundMark x1="31559" y1="97972" x2="32444" y2="98667"/>
                          <a14:foregroundMark x1="68889" y1="94667" x2="66667" y2="92889"/>
                          <a14:foregroundMark x1="69778" y1="92889" x2="66667" y2="91556"/>
                          <a14:foregroundMark x1="69778" y1="91556" x2="68889" y2="98667"/>
                          <a14:foregroundMark x1="68889" y1="87556" x2="73778" y2="98667"/>
                          <a14:foregroundMark x1="84444" y1="84889" x2="89778" y2="82667"/>
                          <a14:foregroundMark x1="88444" y1="79556" x2="92889" y2="76444"/>
                          <a14:foregroundMark x1="12444" y1="65333" x2="7556" y2="70667"/>
                          <a14:foregroundMark x1="5333" y1="70667" x2="10667" y2="68444"/>
                          <a14:foregroundMark x1="47111" y1="11111" x2="52000" y2="11111"/>
                          <a14:foregroundMark x1="48000" y1="8889" x2="45778" y2="6222"/>
                          <a14:foregroundMark x1="50222" y1="6222" x2="52000" y2="11111"/>
                          <a14:foregroundMark x1="52000" y1="4889" x2="51111" y2="8889"/>
                          <a14:foregroundMark x1="42219" y1="3039" x2="57333" y2="2222"/>
                          <a14:foregroundMark x1="48889" y1="6222" x2="51111" y2="6222"/>
                          <a14:foregroundMark x1="57333" y1="8000" x2="56444" y2="2222"/>
                          <a14:backgroundMark x1="24000" y1="7111" x2="42667" y2="2222"/>
                          <a14:backgroundMark x1="24000" y1="93778" x2="24000" y2="98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7EE76-C484-CEC9-F7FD-09BD8AD589B2}"/>
              </a:ext>
            </a:extLst>
          </p:cNvPr>
          <p:cNvSpPr txBox="1"/>
          <p:nvPr/>
        </p:nvSpPr>
        <p:spPr>
          <a:xfrm>
            <a:off x="2174488" y="2675400"/>
            <a:ext cx="5416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RAG-Augmented Speech-to-ISL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Avatar Generator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052F7-44D9-0BA1-2BEC-527785A3B79D}"/>
              </a:ext>
            </a:extLst>
          </p:cNvPr>
          <p:cNvSpPr txBox="1"/>
          <p:nvPr/>
        </p:nvSpPr>
        <p:spPr>
          <a:xfrm>
            <a:off x="880722" y="3403540"/>
            <a:ext cx="1366080" cy="70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Aman Singh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B416D-2EE7-EDFF-CC41-85B75BA790A4}"/>
              </a:ext>
            </a:extLst>
          </p:cNvPr>
          <p:cNvSpPr txBox="1"/>
          <p:nvPr/>
        </p:nvSpPr>
        <p:spPr>
          <a:xfrm>
            <a:off x="5205315" y="3403540"/>
            <a:ext cx="3198311" cy="14927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Akanchha Singh	2300040100003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Anshika Pachauri	2300040100012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Divyansh Sharma	2300040100029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Divyanshi Goyal	2300040100030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Harshnandni 	2300040100035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34364-442B-0183-CF27-CFC0FE5FFC57}"/>
              </a:ext>
            </a:extLst>
          </p:cNvPr>
          <p:cNvSpPr txBox="1"/>
          <p:nvPr/>
        </p:nvSpPr>
        <p:spPr>
          <a:xfrm>
            <a:off x="2174488" y="209642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637" y="103081"/>
            <a:ext cx="6675120" cy="5847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lang="en-US"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udiowide"/>
              </a:rPr>
              <a:t>Table Of Contents</a:t>
            </a:r>
            <a:endParaRPr sz="3500" b="1" u="sng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udiowide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83A51B-A433-1885-5AC6-67B32F0E1487}"/>
              </a:ext>
            </a:extLst>
          </p:cNvPr>
          <p:cNvGrpSpPr/>
          <p:nvPr/>
        </p:nvGrpSpPr>
        <p:grpSpPr>
          <a:xfrm>
            <a:off x="398710" y="822482"/>
            <a:ext cx="8346580" cy="5157353"/>
            <a:chOff x="398710" y="720907"/>
            <a:chExt cx="8346580" cy="5568709"/>
          </a:xfrm>
        </p:grpSpPr>
        <p:sp>
          <p:nvSpPr>
            <p:cNvPr id="4" name="TextBox 3"/>
            <p:cNvSpPr txBox="1"/>
            <p:nvPr/>
          </p:nvSpPr>
          <p:spPr>
            <a:xfrm>
              <a:off x="8502916" y="6058784"/>
              <a:ext cx="242374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900" dirty="0">
                  <a:solidFill>
                    <a:srgbClr val="76767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555181" y="757394"/>
              <a:ext cx="256031" cy="25375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92002" y="720907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b="1" i="0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0672" y="824689"/>
              <a:ext cx="535642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92002" y="1602813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Literature Review</a:t>
              </a:r>
              <a:endParaRPr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92002" y="2005222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Solution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92002" y="2396707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Architecture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74145" y="2829527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  <a:r>
                <a:rPr lang="en-US"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</a:t>
              </a:r>
              <a:r>
                <a:rPr lang="en-US" b="1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Retrieval Knowledge Base</a:t>
              </a:r>
              <a:endParaRPr lang="en-US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92002" y="3257631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Technology Stack</a:t>
              </a:r>
              <a:endParaRPr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92002" y="3673566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b="1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</a:t>
              </a:r>
              <a:endParaRPr lang="en-US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27CF791-2CFE-B17A-5F72-42AD40D972E2}"/>
                </a:ext>
              </a:extLst>
            </p:cNvPr>
            <p:cNvSpPr txBox="1"/>
            <p:nvPr/>
          </p:nvSpPr>
          <p:spPr>
            <a:xfrm>
              <a:off x="1192002" y="1144297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</a:t>
              </a:r>
              <a:r>
                <a:rPr lang="en-US"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blem</a:t>
              </a:r>
              <a:r>
                <a:rPr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</a:t>
              </a:r>
              <a:r>
                <a:rPr lang="en-US"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tatement</a:t>
              </a:r>
              <a:endParaRPr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D9FB259-C9BB-E437-0CD4-ADF2709F2C77}"/>
                </a:ext>
              </a:extLst>
            </p:cNvPr>
            <p:cNvSpPr txBox="1"/>
            <p:nvPr/>
          </p:nvSpPr>
          <p:spPr>
            <a:xfrm>
              <a:off x="1174147" y="4056240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Plan</a:t>
              </a:r>
              <a:endParaRPr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2C0A929-8CF4-5EA8-19AD-0477C7C72104}"/>
                </a:ext>
              </a:extLst>
            </p:cNvPr>
            <p:cNvGrpSpPr/>
            <p:nvPr/>
          </p:nvGrpSpPr>
          <p:grpSpPr>
            <a:xfrm>
              <a:off x="401629" y="1159691"/>
              <a:ext cx="535642" cy="256032"/>
              <a:chOff x="4754880" y="1051424"/>
              <a:chExt cx="274320" cy="259153"/>
            </a:xfrm>
          </p:grpSpPr>
          <p:sp>
            <p:nvSpPr>
              <p:cNvPr id="9" name="Rectangle: Rounded Corners 8"/>
              <p:cNvSpPr/>
              <p:nvPr/>
            </p:nvSpPr>
            <p:spPr>
              <a:xfrm>
                <a:off x="4824984" y="1051424"/>
                <a:ext cx="131123" cy="25915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754880" y="1120493"/>
                <a:ext cx="274320" cy="132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BA9A07E-7E22-79AD-B06D-E3C9E018A89E}"/>
                </a:ext>
              </a:extLst>
            </p:cNvPr>
            <p:cNvSpPr txBox="1"/>
            <p:nvPr/>
          </p:nvSpPr>
          <p:spPr>
            <a:xfrm>
              <a:off x="1192002" y="4457055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Scope &amp; Future Scope</a:t>
              </a:r>
            </a:p>
          </p:txBody>
        </p:sp>
        <p:cxnSp>
          <p:nvCxnSpPr>
            <p:cNvPr id="59" name="Connector 11">
              <a:extLst>
                <a:ext uri="{FF2B5EF4-FFF2-40B4-BE49-F238E27FC236}">
                  <a16:creationId xmlns:a16="http://schemas.microsoft.com/office/drawing/2014/main" id="{10764C53-497E-6333-F8F4-9490273266C9}"/>
                </a:ext>
              </a:extLst>
            </p:cNvPr>
            <p:cNvCxnSpPr>
              <a:cxnSpLocks/>
            </p:cNvCxnSpPr>
            <p:nvPr/>
          </p:nvCxnSpPr>
          <p:spPr>
            <a:xfrm>
              <a:off x="977746" y="1036900"/>
              <a:ext cx="7315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11">
              <a:extLst>
                <a:ext uri="{FF2B5EF4-FFF2-40B4-BE49-F238E27FC236}">
                  <a16:creationId xmlns:a16="http://schemas.microsoft.com/office/drawing/2014/main" id="{B866DA8B-26DC-6A94-2CBA-8FED9DD92D93}"/>
                </a:ext>
              </a:extLst>
            </p:cNvPr>
            <p:cNvCxnSpPr/>
            <p:nvPr/>
          </p:nvCxnSpPr>
          <p:spPr>
            <a:xfrm>
              <a:off x="959891" y="1473469"/>
              <a:ext cx="7315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11">
              <a:extLst>
                <a:ext uri="{FF2B5EF4-FFF2-40B4-BE49-F238E27FC236}">
                  <a16:creationId xmlns:a16="http://schemas.microsoft.com/office/drawing/2014/main" id="{E0A424DE-ADA1-7D7C-66C3-72798E0E5E1E}"/>
                </a:ext>
              </a:extLst>
            </p:cNvPr>
            <p:cNvCxnSpPr/>
            <p:nvPr/>
          </p:nvCxnSpPr>
          <p:spPr>
            <a:xfrm>
              <a:off x="959505" y="1897442"/>
              <a:ext cx="7315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11">
              <a:extLst>
                <a:ext uri="{FF2B5EF4-FFF2-40B4-BE49-F238E27FC236}">
                  <a16:creationId xmlns:a16="http://schemas.microsoft.com/office/drawing/2014/main" id="{B1934F61-8400-D469-8ADC-4636BD5D85CD}"/>
                </a:ext>
              </a:extLst>
            </p:cNvPr>
            <p:cNvCxnSpPr/>
            <p:nvPr/>
          </p:nvCxnSpPr>
          <p:spPr>
            <a:xfrm>
              <a:off x="981809" y="2298899"/>
              <a:ext cx="7315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11">
              <a:extLst>
                <a:ext uri="{FF2B5EF4-FFF2-40B4-BE49-F238E27FC236}">
                  <a16:creationId xmlns:a16="http://schemas.microsoft.com/office/drawing/2014/main" id="{31A23C75-9721-2F4A-EF14-94982467962A}"/>
                </a:ext>
              </a:extLst>
            </p:cNvPr>
            <p:cNvCxnSpPr/>
            <p:nvPr/>
          </p:nvCxnSpPr>
          <p:spPr>
            <a:xfrm>
              <a:off x="970654" y="2722057"/>
              <a:ext cx="7315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11">
              <a:extLst>
                <a:ext uri="{FF2B5EF4-FFF2-40B4-BE49-F238E27FC236}">
                  <a16:creationId xmlns:a16="http://schemas.microsoft.com/office/drawing/2014/main" id="{282EFB90-3FB7-D733-BC99-EC3B761BD316}"/>
                </a:ext>
              </a:extLst>
            </p:cNvPr>
            <p:cNvCxnSpPr/>
            <p:nvPr/>
          </p:nvCxnSpPr>
          <p:spPr>
            <a:xfrm>
              <a:off x="970656" y="3156059"/>
              <a:ext cx="7315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11">
              <a:extLst>
                <a:ext uri="{FF2B5EF4-FFF2-40B4-BE49-F238E27FC236}">
                  <a16:creationId xmlns:a16="http://schemas.microsoft.com/office/drawing/2014/main" id="{653E06A0-CAA9-475F-4BC0-EF743891AE6B}"/>
                </a:ext>
              </a:extLst>
            </p:cNvPr>
            <p:cNvCxnSpPr/>
            <p:nvPr/>
          </p:nvCxnSpPr>
          <p:spPr>
            <a:xfrm>
              <a:off x="992957" y="3590060"/>
              <a:ext cx="7315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11">
              <a:extLst>
                <a:ext uri="{FF2B5EF4-FFF2-40B4-BE49-F238E27FC236}">
                  <a16:creationId xmlns:a16="http://schemas.microsoft.com/office/drawing/2014/main" id="{24CEE9BF-ED11-804A-8E39-26CAA12D42B8}"/>
                </a:ext>
              </a:extLst>
            </p:cNvPr>
            <p:cNvCxnSpPr/>
            <p:nvPr/>
          </p:nvCxnSpPr>
          <p:spPr>
            <a:xfrm>
              <a:off x="1015263" y="3991514"/>
              <a:ext cx="7315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11">
              <a:extLst>
                <a:ext uri="{FF2B5EF4-FFF2-40B4-BE49-F238E27FC236}">
                  <a16:creationId xmlns:a16="http://schemas.microsoft.com/office/drawing/2014/main" id="{46E7D4C6-60EE-5E72-9B10-D06C672DC2B9}"/>
                </a:ext>
              </a:extLst>
            </p:cNvPr>
            <p:cNvCxnSpPr/>
            <p:nvPr/>
          </p:nvCxnSpPr>
          <p:spPr>
            <a:xfrm>
              <a:off x="1015258" y="4371264"/>
              <a:ext cx="7315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ADFB351-6A74-CA5B-0574-943A8E242B40}"/>
                </a:ext>
              </a:extLst>
            </p:cNvPr>
            <p:cNvGrpSpPr/>
            <p:nvPr/>
          </p:nvGrpSpPr>
          <p:grpSpPr>
            <a:xfrm>
              <a:off x="407467" y="1561547"/>
              <a:ext cx="535642" cy="256032"/>
              <a:chOff x="4754880" y="1051424"/>
              <a:chExt cx="274320" cy="259153"/>
            </a:xfrm>
          </p:grpSpPr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B39BD935-6F06-91C1-B5ED-5532C9CE352F}"/>
                  </a:ext>
                </a:extLst>
              </p:cNvPr>
              <p:cNvSpPr/>
              <p:nvPr/>
            </p:nvSpPr>
            <p:spPr>
              <a:xfrm>
                <a:off x="4824984" y="1051424"/>
                <a:ext cx="131123" cy="25915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C515A8B-EA7A-9E04-D92F-E60E442499C2}"/>
                  </a:ext>
                </a:extLst>
              </p:cNvPr>
              <p:cNvSpPr txBox="1"/>
              <p:nvPr/>
            </p:nvSpPr>
            <p:spPr>
              <a:xfrm>
                <a:off x="4754880" y="1120493"/>
                <a:ext cx="274320" cy="132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sz="85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4850841-EDA2-41EB-255E-DC35A8238641}"/>
                </a:ext>
              </a:extLst>
            </p:cNvPr>
            <p:cNvGrpSpPr/>
            <p:nvPr/>
          </p:nvGrpSpPr>
          <p:grpSpPr>
            <a:xfrm>
              <a:off x="404548" y="1951019"/>
              <a:ext cx="535642" cy="256032"/>
              <a:chOff x="4754880" y="1051424"/>
              <a:chExt cx="274320" cy="259153"/>
            </a:xfrm>
          </p:grpSpPr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167193B2-CC2D-081F-353C-77083F493BB8}"/>
                  </a:ext>
                </a:extLst>
              </p:cNvPr>
              <p:cNvSpPr/>
              <p:nvPr/>
            </p:nvSpPr>
            <p:spPr>
              <a:xfrm>
                <a:off x="4824984" y="1051424"/>
                <a:ext cx="131123" cy="25915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DF52E20-C091-A65A-B30C-967EF4B837F2}"/>
                  </a:ext>
                </a:extLst>
              </p:cNvPr>
              <p:cNvSpPr txBox="1"/>
              <p:nvPr/>
            </p:nvSpPr>
            <p:spPr>
              <a:xfrm>
                <a:off x="4754880" y="1120493"/>
                <a:ext cx="274320" cy="132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sz="85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6F01EE47-9544-8620-8F49-7CA44DC84C56}"/>
                </a:ext>
              </a:extLst>
            </p:cNvPr>
            <p:cNvGrpSpPr/>
            <p:nvPr/>
          </p:nvGrpSpPr>
          <p:grpSpPr>
            <a:xfrm>
              <a:off x="403464" y="2389814"/>
              <a:ext cx="535642" cy="256032"/>
              <a:chOff x="4754880" y="1051424"/>
              <a:chExt cx="274320" cy="259153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C5ABEE65-E4AE-C079-2231-5F772D902437}"/>
                  </a:ext>
                </a:extLst>
              </p:cNvPr>
              <p:cNvSpPr/>
              <p:nvPr/>
            </p:nvSpPr>
            <p:spPr>
              <a:xfrm>
                <a:off x="4824984" y="1051424"/>
                <a:ext cx="131123" cy="25915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BFBC539-389D-F046-3B65-0F2B455695AF}"/>
                  </a:ext>
                </a:extLst>
              </p:cNvPr>
              <p:cNvSpPr txBox="1"/>
              <p:nvPr/>
            </p:nvSpPr>
            <p:spPr>
              <a:xfrm>
                <a:off x="4754880" y="1120493"/>
                <a:ext cx="274320" cy="132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sz="85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9E71761F-0B73-033E-5FC4-1FB9A03C0662}"/>
                </a:ext>
              </a:extLst>
            </p:cNvPr>
            <p:cNvGrpSpPr/>
            <p:nvPr/>
          </p:nvGrpSpPr>
          <p:grpSpPr>
            <a:xfrm>
              <a:off x="398710" y="2809233"/>
              <a:ext cx="535642" cy="256032"/>
              <a:chOff x="4754880" y="1051424"/>
              <a:chExt cx="274320" cy="259153"/>
            </a:xfrm>
          </p:grpSpPr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53B59093-A67D-E91F-FB78-E0EBD27B6920}"/>
                  </a:ext>
                </a:extLst>
              </p:cNvPr>
              <p:cNvSpPr/>
              <p:nvPr/>
            </p:nvSpPr>
            <p:spPr>
              <a:xfrm>
                <a:off x="4824984" y="1051424"/>
                <a:ext cx="131123" cy="25915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BBC8536-D6CA-B308-B884-FA76BE504543}"/>
                  </a:ext>
                </a:extLst>
              </p:cNvPr>
              <p:cNvSpPr txBox="1"/>
              <p:nvPr/>
            </p:nvSpPr>
            <p:spPr>
              <a:xfrm>
                <a:off x="4754880" y="1120493"/>
                <a:ext cx="274320" cy="132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sz="85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3509E099-0299-C003-5A4E-9CA1D379989C}"/>
                </a:ext>
              </a:extLst>
            </p:cNvPr>
            <p:cNvGrpSpPr/>
            <p:nvPr/>
          </p:nvGrpSpPr>
          <p:grpSpPr>
            <a:xfrm>
              <a:off x="403464" y="3233153"/>
              <a:ext cx="535642" cy="256032"/>
              <a:chOff x="4754880" y="1051424"/>
              <a:chExt cx="274320" cy="259153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F5E2E78F-D208-891F-1F3B-5A77A19432A1}"/>
                  </a:ext>
                </a:extLst>
              </p:cNvPr>
              <p:cNvSpPr/>
              <p:nvPr/>
            </p:nvSpPr>
            <p:spPr>
              <a:xfrm>
                <a:off x="4824984" y="1051424"/>
                <a:ext cx="131123" cy="25915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FDBEB66-C725-81A7-E6F1-61EB36109776}"/>
                  </a:ext>
                </a:extLst>
              </p:cNvPr>
              <p:cNvSpPr txBox="1"/>
              <p:nvPr/>
            </p:nvSpPr>
            <p:spPr>
              <a:xfrm>
                <a:off x="4754880" y="1120493"/>
                <a:ext cx="274320" cy="132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sz="85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19BA211F-D992-9490-7FF8-B0D41F5CF49A}"/>
                </a:ext>
              </a:extLst>
            </p:cNvPr>
            <p:cNvGrpSpPr/>
            <p:nvPr/>
          </p:nvGrpSpPr>
          <p:grpSpPr>
            <a:xfrm>
              <a:off x="430672" y="3672941"/>
              <a:ext cx="535642" cy="256032"/>
              <a:chOff x="4754880" y="1051424"/>
              <a:chExt cx="274320" cy="259153"/>
            </a:xfrm>
          </p:grpSpPr>
          <p:sp>
            <p:nvSpPr>
              <p:cNvPr id="93" name="Rectangle: Rounded Corners 92">
                <a:extLst>
                  <a:ext uri="{FF2B5EF4-FFF2-40B4-BE49-F238E27FC236}">
                    <a16:creationId xmlns:a16="http://schemas.microsoft.com/office/drawing/2014/main" id="{3568DAE0-3B3D-BCE2-B0FA-E81DDF1D41D4}"/>
                  </a:ext>
                </a:extLst>
              </p:cNvPr>
              <p:cNvSpPr/>
              <p:nvPr/>
            </p:nvSpPr>
            <p:spPr>
              <a:xfrm>
                <a:off x="4824984" y="1051424"/>
                <a:ext cx="131123" cy="25915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F39D70B-2A4C-5B64-77CB-E7E77B2E273E}"/>
                  </a:ext>
                </a:extLst>
              </p:cNvPr>
              <p:cNvSpPr txBox="1"/>
              <p:nvPr/>
            </p:nvSpPr>
            <p:spPr>
              <a:xfrm>
                <a:off x="4754880" y="1120493"/>
                <a:ext cx="274320" cy="132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sz="850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08</a:t>
                </a:r>
                <a:endParaRPr sz="85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9C396CBF-E2A0-E611-D226-473EAB01BB95}"/>
                </a:ext>
              </a:extLst>
            </p:cNvPr>
            <p:cNvGrpSpPr/>
            <p:nvPr/>
          </p:nvGrpSpPr>
          <p:grpSpPr>
            <a:xfrm>
              <a:off x="407221" y="4081229"/>
              <a:ext cx="535642" cy="256032"/>
              <a:chOff x="4754880" y="1051424"/>
              <a:chExt cx="274320" cy="259153"/>
            </a:xfrm>
          </p:grpSpPr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1BF9D319-F5B4-16F7-1D43-524039C3428B}"/>
                  </a:ext>
                </a:extLst>
              </p:cNvPr>
              <p:cNvSpPr/>
              <p:nvPr/>
            </p:nvSpPr>
            <p:spPr>
              <a:xfrm>
                <a:off x="4824984" y="1051424"/>
                <a:ext cx="131123" cy="25915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0A27801-01D7-0813-B3C8-BE5082C94488}"/>
                  </a:ext>
                </a:extLst>
              </p:cNvPr>
              <p:cNvSpPr txBox="1"/>
              <p:nvPr/>
            </p:nvSpPr>
            <p:spPr>
              <a:xfrm>
                <a:off x="4754880" y="1120493"/>
                <a:ext cx="274320" cy="132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85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sz="85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0CE41153-7015-F39E-09BC-0EAF97268CC6}"/>
                </a:ext>
              </a:extLst>
            </p:cNvPr>
            <p:cNvGrpSpPr/>
            <p:nvPr/>
          </p:nvGrpSpPr>
          <p:grpSpPr>
            <a:xfrm>
              <a:off x="418651" y="4489517"/>
              <a:ext cx="535642" cy="256032"/>
              <a:chOff x="4754880" y="1051424"/>
              <a:chExt cx="274320" cy="259153"/>
            </a:xfrm>
          </p:grpSpPr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E681B303-FAF5-A345-4B07-3012F539132D}"/>
                  </a:ext>
                </a:extLst>
              </p:cNvPr>
              <p:cNvSpPr/>
              <p:nvPr/>
            </p:nvSpPr>
            <p:spPr>
              <a:xfrm>
                <a:off x="4824984" y="1051424"/>
                <a:ext cx="131123" cy="25915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17C9C30-21E8-FFA7-2ED3-0069160AD332}"/>
                  </a:ext>
                </a:extLst>
              </p:cNvPr>
              <p:cNvSpPr txBox="1"/>
              <p:nvPr/>
            </p:nvSpPr>
            <p:spPr>
              <a:xfrm>
                <a:off x="4754880" y="1120493"/>
                <a:ext cx="274320" cy="132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sz="850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sz="85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9C123FD-1669-81A7-D890-66630368E48F}"/>
                </a:ext>
              </a:extLst>
            </p:cNvPr>
            <p:cNvGrpSpPr/>
            <p:nvPr/>
          </p:nvGrpSpPr>
          <p:grpSpPr>
            <a:xfrm>
              <a:off x="427753" y="4860848"/>
              <a:ext cx="535642" cy="256032"/>
              <a:chOff x="4754880" y="1051424"/>
              <a:chExt cx="274320" cy="259153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B97C5BB-899A-4F9A-948C-7226AEF9272F}"/>
                  </a:ext>
                </a:extLst>
              </p:cNvPr>
              <p:cNvSpPr/>
              <p:nvPr/>
            </p:nvSpPr>
            <p:spPr>
              <a:xfrm>
                <a:off x="4824984" y="1051424"/>
                <a:ext cx="131123" cy="25915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962A1C-348C-3FE9-F6E9-8AD01BE945A8}"/>
                  </a:ext>
                </a:extLst>
              </p:cNvPr>
              <p:cNvSpPr txBox="1"/>
              <p:nvPr/>
            </p:nvSpPr>
            <p:spPr>
              <a:xfrm>
                <a:off x="4754880" y="1120493"/>
                <a:ext cx="274320" cy="132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sz="850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sz="85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" name="Connector 11">
              <a:extLst>
                <a:ext uri="{FF2B5EF4-FFF2-40B4-BE49-F238E27FC236}">
                  <a16:creationId xmlns:a16="http://schemas.microsoft.com/office/drawing/2014/main" id="{9833928E-C4B1-4F9D-1595-BC60E35B8F11}"/>
                </a:ext>
              </a:extLst>
            </p:cNvPr>
            <p:cNvCxnSpPr/>
            <p:nvPr/>
          </p:nvCxnSpPr>
          <p:spPr>
            <a:xfrm>
              <a:off x="1042856" y="4767583"/>
              <a:ext cx="7315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632B05D-E19F-CFBB-6EDC-DB038C9309EF}"/>
                </a:ext>
              </a:extLst>
            </p:cNvPr>
            <p:cNvSpPr txBox="1"/>
            <p:nvPr/>
          </p:nvSpPr>
          <p:spPr>
            <a:xfrm>
              <a:off x="1192002" y="4876502"/>
              <a:ext cx="7016908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b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 &amp; References</a:t>
              </a:r>
              <a:endParaRPr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072E8DF-4B77-36DC-694D-48B0ADA83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249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79" y="237744"/>
            <a:ext cx="8321039" cy="5847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lang="en-US"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500" b="1" u="sng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79" y="913343"/>
            <a:ext cx="8321040" cy="741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the Deaf and Hard-of-Hearing community and the hearing population remains a significant accessibility challenge in India. Most sign-language systems handle Sign → Text; the reverse direction — what a hearing person needs to communicate outward — is comparatively underexplored.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82B091-CB68-9DB2-BF76-E8D7FE679845}"/>
              </a:ext>
            </a:extLst>
          </p:cNvPr>
          <p:cNvGrpSpPr/>
          <p:nvPr/>
        </p:nvGrpSpPr>
        <p:grpSpPr>
          <a:xfrm>
            <a:off x="411480" y="2141547"/>
            <a:ext cx="8321039" cy="1417320"/>
            <a:chOff x="411480" y="1783080"/>
            <a:chExt cx="8321039" cy="1417320"/>
          </a:xfrm>
        </p:grpSpPr>
        <p:sp>
          <p:nvSpPr>
            <p:cNvPr id="10" name="Rounded Rectangle 9"/>
            <p:cNvSpPr/>
            <p:nvPr/>
          </p:nvSpPr>
          <p:spPr>
            <a:xfrm>
              <a:off x="4754880" y="1783080"/>
              <a:ext cx="3977639" cy="14173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E0110F7-BE03-B7A4-E0D4-C14FA3A6B3D4}"/>
                </a:ext>
              </a:extLst>
            </p:cNvPr>
            <p:cNvGrpSpPr/>
            <p:nvPr/>
          </p:nvGrpSpPr>
          <p:grpSpPr>
            <a:xfrm>
              <a:off x="411480" y="1783080"/>
              <a:ext cx="8174735" cy="1417320"/>
              <a:chOff x="411480" y="1783080"/>
              <a:chExt cx="8174735" cy="1417320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411480" y="1783080"/>
                <a:ext cx="3977639" cy="141732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rgbClr val="D9D9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57784" y="1874519"/>
                <a:ext cx="3685031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006E7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Established: Sign → Text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57784" y="2270555"/>
                <a:ext cx="3685031" cy="60490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2000"/>
                  </a:lnSpc>
                </a:pPr>
                <a:r>
                  <a:rPr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Recognizing signed input from video (CNNs/LSTMs) and converting it to text — a substantial body of prior work, mostly for captioning and recognition.</a:t>
                </a:r>
              </a:p>
            </p:txBody>
          </p:sp>
          <p:cxnSp>
            <p:nvCxnSpPr>
              <p:cNvPr id="9" name="Connector 8"/>
              <p:cNvCxnSpPr/>
              <p:nvPr/>
            </p:nvCxnSpPr>
            <p:spPr>
              <a:xfrm>
                <a:off x="4434840" y="2468880"/>
                <a:ext cx="274319" cy="0"/>
              </a:xfrm>
              <a:prstGeom prst="line">
                <a:avLst/>
              </a:prstGeom>
              <a:ln w="19050">
                <a:solidFill>
                  <a:srgbClr val="8A6A2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4901184" y="1874519"/>
                <a:ext cx="3685031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8A6A2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Underexplored: Speech/Text → Sign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901184" y="2270554"/>
                <a:ext cx="3685031" cy="60490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2000"/>
                  </a:lnSpc>
                </a:pPr>
                <a:r>
                  <a:rPr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Generating correctly-ordered ISL output from spoken or typed language, so a hearing person can be understood without an interpreter present.</a:t>
                </a:r>
              </a:p>
            </p:txBody>
          </p:sp>
        </p:grpSp>
      </p:grpSp>
      <p:sp>
        <p:nvSpPr>
          <p:cNvPr id="13" name="Rounded Rectangle 12"/>
          <p:cNvSpPr/>
          <p:nvPr/>
        </p:nvSpPr>
        <p:spPr>
          <a:xfrm>
            <a:off x="411479" y="3777169"/>
            <a:ext cx="8321040" cy="685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80" y="3916089"/>
            <a:ext cx="8119871" cy="464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en-US" b="1" i="0" dirty="0">
                <a:solidFill>
                  <a:srgbClr val="00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   </a:t>
            </a:r>
            <a:r>
              <a:rPr b="1" i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the generation direction as an assistive aid — not a replacement for certified human interpreters.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A1D02-F6DA-EA1C-3F04-1F3C94C63867}"/>
              </a:ext>
            </a:extLst>
          </p:cNvPr>
          <p:cNvSpPr txBox="1"/>
          <p:nvPr/>
        </p:nvSpPr>
        <p:spPr>
          <a:xfrm>
            <a:off x="-808074" y="323229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272FF80-6F7A-9989-CFB4-99D3869DF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3999" cy="5143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5847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1A92DC-A38B-4F25-6366-F116875CEC59}"/>
              </a:ext>
            </a:extLst>
          </p:cNvPr>
          <p:cNvGrpSpPr/>
          <p:nvPr/>
        </p:nvGrpSpPr>
        <p:grpSpPr>
          <a:xfrm>
            <a:off x="411480" y="1231710"/>
            <a:ext cx="8321040" cy="1828800"/>
            <a:chOff x="411480" y="868680"/>
            <a:chExt cx="8321040" cy="1828800"/>
          </a:xfrm>
        </p:grpSpPr>
        <p:sp>
          <p:nvSpPr>
            <p:cNvPr id="11" name="Rounded Rectangle 10"/>
            <p:cNvSpPr/>
            <p:nvPr/>
          </p:nvSpPr>
          <p:spPr>
            <a:xfrm>
              <a:off x="6141720" y="868680"/>
              <a:ext cx="259080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11127BA-5AE0-2DD4-FFE4-732554D24258}"/>
                </a:ext>
              </a:extLst>
            </p:cNvPr>
            <p:cNvGrpSpPr/>
            <p:nvPr/>
          </p:nvGrpSpPr>
          <p:grpSpPr>
            <a:xfrm>
              <a:off x="411480" y="868680"/>
              <a:ext cx="8174736" cy="1828800"/>
              <a:chOff x="411480" y="868680"/>
              <a:chExt cx="8174736" cy="1828800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411480" y="868680"/>
                <a:ext cx="2590800" cy="18288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rgbClr val="D9D9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557784" y="960120"/>
                <a:ext cx="2298192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lang="en-US" sz="1600" b="1" i="0" dirty="0">
                    <a:solidFill>
                      <a:srgbClr val="006E7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 Is Reversed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57784" y="1411504"/>
                <a:ext cx="2298192" cy="81176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just">
                  <a:lnSpc>
                    <a:spcPct val="112000"/>
                  </a:lnSpc>
                </a:pPr>
                <a:r>
                  <a:rPr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Research has concentrated on recognition, not generation — a substantially different, less-studied problem.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3276600" y="868680"/>
                <a:ext cx="2590800" cy="18288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rgbClr val="D9D9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422904" y="960120"/>
                <a:ext cx="2298192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lang="en-US" sz="1600" b="1" i="0" dirty="0">
                    <a:solidFill>
                      <a:srgbClr val="8A6A2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Is Scarce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422904" y="1397252"/>
                <a:ext cx="2298192" cy="81176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just">
                  <a:lnSpc>
                    <a:spcPct val="112000"/>
                  </a:lnSpc>
                </a:pPr>
                <a:r>
                  <a:rPr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ISL-CSLTR and CISLR are small corpora, limiting how well a generator can be fine-tuned to generalize alone.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288024" y="960120"/>
                <a:ext cx="2298192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lang="en-US" sz="1600" b="1" i="0" dirty="0">
                    <a:solidFill>
                      <a:srgbClr val="006E7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Grammar Mismatch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288024" y="1391006"/>
                <a:ext cx="2298192" cy="60490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just">
                  <a:lnSpc>
                    <a:spcPct val="112000"/>
                  </a:lnSpc>
                </a:pPr>
                <a:r>
                  <a:rPr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ISL uses topic</a:t>
                </a:r>
                <a:r>
                  <a:rPr lang="en-US"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comment order.</a:t>
                </a:r>
                <a:r>
                  <a:rPr lang="en-US"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Word-for-word substitution produces ungrammatical gloss.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09B9C86-940B-1C7B-C2B9-3C1A60FDA03B}"/>
              </a:ext>
            </a:extLst>
          </p:cNvPr>
          <p:cNvGrpSpPr/>
          <p:nvPr/>
        </p:nvGrpSpPr>
        <p:grpSpPr>
          <a:xfrm>
            <a:off x="411480" y="3391987"/>
            <a:ext cx="8321040" cy="960120"/>
            <a:chOff x="411480" y="2880360"/>
            <a:chExt cx="8321040" cy="960120"/>
          </a:xfrm>
        </p:grpSpPr>
        <p:sp>
          <p:nvSpPr>
            <p:cNvPr id="14" name="Rounded Rectangle 13"/>
            <p:cNvSpPr/>
            <p:nvPr/>
          </p:nvSpPr>
          <p:spPr>
            <a:xfrm>
              <a:off x="411480" y="2880360"/>
              <a:ext cx="8321040" cy="960120"/>
            </a:xfrm>
            <a:prstGeom prst="roundRect">
              <a:avLst>
                <a:gd name="adj" fmla="val 600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2648" y="3007568"/>
              <a:ext cx="7918704" cy="7057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just">
                <a:lnSpc>
                  <a:spcPct val="112000"/>
                </a:lnSpc>
              </a:pPr>
              <a:r>
                <a:rPr lang="en-US" b="1" i="0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Net Effect   </a:t>
              </a:r>
              <a:r>
                <a:rPr b="1" i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These compound: a reversed, data-scarce, structurally-divergent problem is exactly where fine-tuning alone defaults back to source-language word order — the failure this project's retrieval-augmented design counters.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1B5E1E4-782E-BBC9-E42D-2A7A25185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3999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038" y="123438"/>
            <a:ext cx="740664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739317"/>
            <a:ext cx="8387333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 u="none">
                <a:solidFill>
                  <a:srgbClr val="585858"/>
                </a:solidFill>
                <a:latin typeface="Times New Roman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studies establish the major components of speech-to-ISL translation, sign generation, retrieval, resources, and avatar production.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721750"/>
              </p:ext>
            </p:extLst>
          </p:nvPr>
        </p:nvGraphicFramePr>
        <p:xfrm>
          <a:off x="377191" y="1042416"/>
          <a:ext cx="8387333" cy="4075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3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 </a:t>
                      </a:r>
                    </a:p>
                  </a:txBody>
                  <a:tcPr marL="54864" marR="41148" marT="20574" marB="20574">
                    <a:lnR w="12700" cmpd="sng">
                      <a:noFill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lang="en-US" sz="1600" b="1" i="0" u="none" strike="noStrike" cap="none" spc="0" dirty="0">
                          <a:solidFill>
                            <a:schemeClr val="accent6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What It Does</a:t>
                      </a:r>
                    </a:p>
                  </a:txBody>
                  <a:tcPr marL="54864" marR="41148" marT="20574" marB="2057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lang="en-US" sz="1600" b="1" i="0" u="none" strike="noStrike" cap="none" spc="0" dirty="0">
                          <a:solidFill>
                            <a:schemeClr val="accent6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Key Limitation</a:t>
                      </a:r>
                    </a:p>
                  </a:txBody>
                  <a:tcPr marL="54864" marR="41148" marT="20574" marB="20574">
                    <a:lnL w="12700" cmpd="sng">
                      <a:noFill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537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Reddy et al. (2023) [1]</a:t>
                      </a:r>
                    </a:p>
                    <a:p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ISL generation from live Tamil audio/text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generation of ISL from live Tamil speech or text.</a:t>
                      </a:r>
                    </a:p>
                  </a:txBody>
                  <a:tcPr marL="54864" marR="41148" marT="24003" marB="24003">
                    <a:lnT w="38100" cmpd="sng">
                      <a:noFill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Language/domain specific; no retrieval grounding or broad benchmark.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Nair et al. (2023) [2]</a:t>
                      </a:r>
                    </a:p>
                    <a:p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 → ISL gloss seq2seq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Supervised sequence-to-sequence generation of ISL gloss sequences from English.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parallel gloss data; no inference-time evidence retrieval.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Joshi et al. (2023) [3]</a:t>
                      </a:r>
                    </a:p>
                    <a:p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ISLTranslate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31K continuous ISL–English sentence/phrase pairs and translation benchmarks.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supports sign/video → text; not speech/text → ISL RAG generation.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Baltatzis et al. (2024) [4]</a:t>
                      </a:r>
                    </a:p>
                    <a:p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Sign Actors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Diffusion and anatomically informed 3D representations for realistic sign production.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Non-ISL resources; computationally intensive; retrieval absent.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Yin et al. (2024) [5]</a:t>
                      </a:r>
                    </a:p>
                    <a:p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T2S-GPT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Autoregressive text-to-sign production using dynamic vector quantization.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German Sign Language focus; does not address low-resource ISL.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Zuo et al. (2024) [6]</a:t>
                      </a:r>
                    </a:p>
                    <a:p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Spoken2Sign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Retrieve-then-connect architecture for 3D avatar output.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 is gloss-to-3D-sign lookup, not contextual sentence–gloss grounding; mainly non-ISL.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Joshi et al. (2024) [7]</a:t>
                      </a:r>
                    </a:p>
                    <a:p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iSign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118K+ ISL–English video/sentence pairs and multiple processing tasks.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benchmark, but no matched RAG-on vs. RAG-off generation study.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537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Varanasi et al. (2024) [8]</a:t>
                      </a:r>
                    </a:p>
                    <a:p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Linguistically informed ASL Transformers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Injects linguistic information into text-to-ASL gloss translation.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ASL/banking-domain focus; no retrieval component.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D3CF013-9C46-A90C-6AEE-ECB1D68A1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3999" cy="51435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939024"/>
              </p:ext>
            </p:extLst>
          </p:nvPr>
        </p:nvGraphicFramePr>
        <p:xfrm>
          <a:off x="377190" y="889550"/>
          <a:ext cx="8387333" cy="3473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3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</a:p>
                  </a:txBody>
                  <a:tcPr marL="54864" marR="41148" marT="20574" marB="20574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lang="en-US" sz="1600" b="1" i="0" u="none" strike="noStrike" cap="none" spc="0" dirty="0">
                          <a:solidFill>
                            <a:schemeClr val="accent6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What It Does</a:t>
                      </a:r>
                    </a:p>
                  </a:txBody>
                  <a:tcPr marL="54864" marR="41148" marT="20574" marB="20574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lang="en-US" sz="1600" b="1" i="0" u="none" strike="noStrike" cap="none" spc="0">
                          <a:solidFill>
                            <a:schemeClr val="accent6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Key Limitation</a:t>
                      </a:r>
                      <a:endParaRPr lang="en-US" sz="1600" b="1" i="0" u="none" strike="noStrike" cap="none" spc="0" dirty="0">
                        <a:solidFill>
                          <a:schemeClr val="accent6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54864" marR="41148" marT="20574" marB="20574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Merx et al. (2024) [9]</a:t>
                      </a:r>
                    </a:p>
                    <a:p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 for low-resource MT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Retrieved examples and dictionary entries can improve some low-resource MT settings.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Spoken-language MT rather than sign-language gloss/avatar generation.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 Bianco et al. (2025) [10]</a:t>
                      </a:r>
                    </a:p>
                    <a:p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data augmentation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GPT-generated paraphrases to augment sign-language translation training data.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Augmentation is not inference-time sentence–gloss retrieval; possible paraphrase noise.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Inan et al. (2025) [11]</a:t>
                      </a:r>
                    </a:p>
                    <a:p>
                      <a:r>
                        <a:rPr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SignAlignLM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sign-language knowledge into text-based and multimodal LLMs.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multimodal scope; not an ISL-specific, leakage-controlled retrieval study.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Imai et al. (2025) [12]</a:t>
                      </a:r>
                    </a:p>
                    <a:p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SiLVERScore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semantically aware evaluation beyond conventional back-translation.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 does not address ISL data scarcity or the proposed RAG comparison.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Yazdani et al. (2025) [13]</a:t>
                      </a:r>
                    </a:p>
                    <a:p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VLM-assisted SLT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vision-language modeling to support sign-language translation workflows.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sign-video → text; does not address speech/text → ISL production.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Yazdani et al. (2025) [14]</a:t>
                      </a:r>
                    </a:p>
                    <a:p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Continual multilingual SLT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Studies incremental and multilingual learning for sign-language translation.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imbalance/forgetting remain concerns; no sentence–gloss RAG ablation.</a:t>
                      </a:r>
                    </a:p>
                  </a:txBody>
                  <a:tcPr marL="54864" marR="41148" marT="24003" marB="24003">
                    <a:solidFill>
                      <a:srgbClr val="F6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8305C"/>
                          </a:solidFill>
                          <a:latin typeface="Times New Roman"/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Joshi et al. (2026) [15]</a:t>
                      </a:r>
                    </a:p>
                    <a:p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Gloss-driven ISL production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learned pose representations for gloss-driven ISL avatar production.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gloss/pose coverage; no retrieval-grounded ordering comparison with a matched baseline.</a:t>
                      </a:r>
                    </a:p>
                  </a:txBody>
                  <a:tcPr marL="54864" marR="41148" marT="24003" marB="24003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734C1A77-7D22-A8C1-4FAC-F19A10984DDA}"/>
              </a:ext>
            </a:extLst>
          </p:cNvPr>
          <p:cNvSpPr/>
          <p:nvPr/>
        </p:nvSpPr>
        <p:spPr>
          <a:xfrm>
            <a:off x="377190" y="4543336"/>
            <a:ext cx="8321040" cy="49629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0896" y="4363127"/>
            <a:ext cx="8387334" cy="947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defRPr sz="1100" b="1" u="none">
                <a:solidFill>
                  <a:srgbClr val="96702D"/>
                </a:solidFill>
                <a:latin typeface="Times New Roman"/>
              </a:defRPr>
            </a:pPr>
            <a:r>
              <a:rPr lang="en-US" sz="1390" b="1" dirty="0">
                <a:solidFill>
                  <a:srgbClr val="00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  </a:t>
            </a:r>
            <a:r>
              <a:rPr lang="en-US" sz="1390" b="1" i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Sentence-level retrieval-grounded ISL gloss generation remains underexplored, particularly with leakage-controlled RAG-on/RAG-off comparison, structure-aware evaluation, and connection to avatar rendering.</a:t>
            </a:r>
          </a:p>
          <a:p>
            <a:pPr algn="just">
              <a:defRPr sz="1100" b="1" u="none">
                <a:solidFill>
                  <a:srgbClr val="96702D"/>
                </a:solidFill>
                <a:latin typeface="Times New Roman"/>
              </a:defRPr>
            </a:pPr>
            <a:endParaRPr sz="1390" b="1" dirty="0">
              <a:solidFill>
                <a:srgbClr val="00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D8281-FBB7-7469-C767-5914EDDFAA69}"/>
              </a:ext>
            </a:extLst>
          </p:cNvPr>
          <p:cNvSpPr txBox="1"/>
          <p:nvPr/>
        </p:nvSpPr>
        <p:spPr>
          <a:xfrm>
            <a:off x="278038" y="123438"/>
            <a:ext cx="740664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</a:t>
            </a:r>
            <a:r>
              <a:rPr lang="en-US" sz="3500" b="1" u="sng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8541134" cy="5847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975745"/>
            <a:ext cx="8321040" cy="47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grounds gloss generation in similar, already-correct sentence-gloss examples retrieved at inference time, rather than relying solely on a small fine-tuning corpus.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FA6EC9-865A-BCD3-BA6A-82A142A9B62D}"/>
              </a:ext>
            </a:extLst>
          </p:cNvPr>
          <p:cNvGrpSpPr/>
          <p:nvPr/>
        </p:nvGrpSpPr>
        <p:grpSpPr>
          <a:xfrm>
            <a:off x="411480" y="1710905"/>
            <a:ext cx="8321039" cy="1417320"/>
            <a:chOff x="411480" y="1508760"/>
            <a:chExt cx="8321039" cy="1417320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1508760"/>
              <a:ext cx="3977639" cy="14173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7784" y="1600200"/>
              <a:ext cx="3685031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en-US" sz="1600" b="1" i="0" dirty="0">
                  <a:solidFill>
                    <a:srgbClr val="8A6A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Fine-tuning Alone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7784" y="2038235"/>
              <a:ext cx="3685031" cy="60490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>
                <a:lnSpc>
                  <a:spcPct val="112000"/>
                </a:lnSpc>
              </a:pPr>
              <a:r>
                <a:rPr sz="12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generator fine-tuned only on ISL-CSLTR/CISLR must generalize from a small corpus. With limited data it tends to fall back on source-language word order.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4434840" y="2194560"/>
              <a:ext cx="274319" cy="0"/>
            </a:xfrm>
            <a:prstGeom prst="line">
              <a:avLst/>
            </a:prstGeom>
            <a:ln w="19050">
              <a:solidFill>
                <a:srgbClr val="8A6A2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4754880" y="1508760"/>
              <a:ext cx="3977639" cy="14173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01184" y="1600200"/>
              <a:ext cx="3685031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Retrieval-augmented (RAG)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01184" y="2036909"/>
              <a:ext cx="3685031" cy="60490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>
                <a:lnSpc>
                  <a:spcPct val="112000"/>
                </a:lnSpc>
              </a:pPr>
              <a:r>
                <a:rPr sz="12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generator is additionally shown 2–5 retrieved sentence-gloss pairs as few-shot evidence — a concrete ordering pattern to follow.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11479" y="3273442"/>
            <a:ext cx="8321040" cy="4751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37160" indent="-137160">
              <a:lnSpc>
                <a:spcPct val="105000"/>
              </a:lnSpc>
              <a:spcAft>
                <a:spcPts val="3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retrieval KB can grow by adding pairs alone — no retraining required.</a:t>
            </a:r>
          </a:p>
          <a:p>
            <a:pPr marL="137160" indent="-137160">
              <a:lnSpc>
                <a:spcPct val="105000"/>
              </a:lnSpc>
              <a:spcAft>
                <a:spcPts val="3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 close match exists, it falls back to zero-shot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79" y="3922798"/>
            <a:ext cx="8321040" cy="5943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7" y="4108408"/>
            <a:ext cx="7918704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en-US" b="1" i="0" dirty="0">
                <a:solidFill>
                  <a:srgbClr val="00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Research Question   </a:t>
            </a:r>
            <a:r>
              <a:rPr b="1" i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retrieval improve gloss generation in a low-resource ISL setting?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1169995-8606-5EFA-7149-6FB858B52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35394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lang="en-US"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Illustrative</a:t>
            </a:r>
            <a:r>
              <a:rPr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Example — Retrieval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4656279" cy="384048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890638"/>
            <a:ext cx="4455111" cy="2852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600" b="1" i="0" dirty="0">
                <a:solidFill>
                  <a:srgbClr val="00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Sentence   </a:t>
            </a:r>
            <a:r>
              <a:rPr sz="1800" b="1" i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am going to school today.”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399032"/>
            <a:ext cx="64008" cy="64008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7784" y="1325880"/>
            <a:ext cx="8174736" cy="226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b="1" i="0" dirty="0">
                <a:solidFill>
                  <a:srgbClr val="0097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Retrieved Sentence-gloss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8321040" cy="4623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37160" indent="-137160">
              <a:lnSpc>
                <a:spcPct val="105000"/>
              </a:lnSpc>
              <a:spcAft>
                <a:spcPts val="2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am going to market today.” → TODAY I GO MARKET  (similarity 0.89)</a:t>
            </a:r>
          </a:p>
          <a:p>
            <a:pPr marL="137160" indent="-137160">
              <a:lnSpc>
                <a:spcPct val="105000"/>
              </a:lnSpc>
              <a:spcAft>
                <a:spcPts val="2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“She is going to school.” → SHE GO SCHOOL  (similarity 0.81)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31720"/>
            <a:ext cx="3977639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784" y="2423160"/>
            <a:ext cx="3685031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0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ON — with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811780"/>
            <a:ext cx="3685031" cy="398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sz="12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TODAY I GO SCHOOL
BLEU vs. reference: 1.00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331720"/>
            <a:ext cx="3977639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01184" y="2423160"/>
            <a:ext cx="3685031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8A6A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OFF — zero-shot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2811780"/>
            <a:ext cx="3685031" cy="398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sz="12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I GO TO SCHOOL TODAY
BLEU vs. reference: 0.62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474720"/>
            <a:ext cx="8321040" cy="1051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" y="3647648"/>
            <a:ext cx="7918704" cy="705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en-US" b="1" i="0" dirty="0">
                <a:solidFill>
                  <a:srgbClr val="00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 The Result   </a:t>
            </a:r>
            <a:r>
              <a:rPr b="1" i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Retrieved examples supply the correct topic-comment pattern (time marker first). Without that context, the zero-shot model defaults toward English word order — fluent English, but not well-formed ISL gloss.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lt2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6675120" cy="5847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90743" y="971026"/>
            <a:ext cx="2820348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4600918" y="1355074"/>
            <a:ext cx="0" cy="219456"/>
          </a:xfrm>
          <a:prstGeom prst="line">
            <a:avLst/>
          </a:prstGeom>
          <a:ln w="19050">
            <a:solidFill>
              <a:srgbClr val="8A6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14697" y="1574530"/>
            <a:ext cx="3572441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65115" y="1665970"/>
            <a:ext cx="3271604" cy="190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API — FastAPI (REST + WebSocket)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F963EF5-FEA7-4EB4-EB94-2AC978BCFFFC}"/>
              </a:ext>
            </a:extLst>
          </p:cNvPr>
          <p:cNvGrpSpPr/>
          <p:nvPr/>
        </p:nvGrpSpPr>
        <p:grpSpPr>
          <a:xfrm>
            <a:off x="1643930" y="2267473"/>
            <a:ext cx="5891395" cy="292608"/>
            <a:chOff x="1655220" y="1958578"/>
            <a:chExt cx="5891395" cy="29260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46883AC-DAA5-C253-D94B-DD474B3F047E}"/>
                </a:ext>
              </a:extLst>
            </p:cNvPr>
            <p:cNvGrpSpPr/>
            <p:nvPr/>
          </p:nvGrpSpPr>
          <p:grpSpPr>
            <a:xfrm>
              <a:off x="1655220" y="1958578"/>
              <a:ext cx="2945698" cy="292608"/>
              <a:chOff x="1655220" y="1958578"/>
              <a:chExt cx="2945698" cy="292608"/>
            </a:xfrm>
          </p:grpSpPr>
          <p:cxnSp>
            <p:nvCxnSpPr>
              <p:cNvPr id="10" name="Connector 9"/>
              <p:cNvCxnSpPr/>
              <p:nvPr/>
            </p:nvCxnSpPr>
            <p:spPr>
              <a:xfrm>
                <a:off x="1655220" y="1958578"/>
                <a:ext cx="0" cy="292608"/>
              </a:xfrm>
              <a:prstGeom prst="line">
                <a:avLst/>
              </a:prstGeom>
              <a:ln w="19050">
                <a:solidFill>
                  <a:srgbClr val="8A6A2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 10"/>
              <p:cNvCxnSpPr/>
              <p:nvPr/>
            </p:nvCxnSpPr>
            <p:spPr>
              <a:xfrm>
                <a:off x="4600918" y="1958578"/>
                <a:ext cx="0" cy="292608"/>
              </a:xfrm>
              <a:prstGeom prst="line">
                <a:avLst/>
              </a:prstGeom>
              <a:ln w="19050">
                <a:solidFill>
                  <a:srgbClr val="8A6A2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Connector 11"/>
            <p:cNvCxnSpPr/>
            <p:nvPr/>
          </p:nvCxnSpPr>
          <p:spPr>
            <a:xfrm>
              <a:off x="7546615" y="1958578"/>
              <a:ext cx="0" cy="292608"/>
            </a:xfrm>
            <a:prstGeom prst="line">
              <a:avLst/>
            </a:prstGeom>
            <a:ln w="19050">
              <a:solidFill>
                <a:srgbClr val="8A6A2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967DDC7-E1DD-F618-BFEB-7E0400B10F97}"/>
              </a:ext>
            </a:extLst>
          </p:cNvPr>
          <p:cNvGrpSpPr/>
          <p:nvPr/>
        </p:nvGrpSpPr>
        <p:grpSpPr>
          <a:xfrm>
            <a:off x="22436" y="2537883"/>
            <a:ext cx="9203788" cy="2376651"/>
            <a:chOff x="22437" y="2251186"/>
            <a:chExt cx="9203788" cy="2376651"/>
          </a:xfrm>
        </p:grpSpPr>
        <p:sp>
          <p:nvSpPr>
            <p:cNvPr id="13" name="Rounded Rectangle 12"/>
            <p:cNvSpPr/>
            <p:nvPr/>
          </p:nvSpPr>
          <p:spPr>
            <a:xfrm>
              <a:off x="323389" y="2251186"/>
              <a:ext cx="2663662" cy="566928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chemeClr val="bg2">
                  <a:lumMod val="1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3808" y="2342626"/>
              <a:ext cx="2362825" cy="2266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b="1" i="0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STT Module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3808" y="2598657"/>
              <a:ext cx="2362825" cy="1902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Distil-Whisper: audio → text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269086" y="2251186"/>
              <a:ext cx="2663662" cy="566928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chemeClr val="bg2">
                  <a:lumMod val="1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19505" y="2342626"/>
              <a:ext cx="2362825" cy="2266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b="1" i="0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RAG Retrieval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19505" y="2598657"/>
              <a:ext cx="2362825" cy="1902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MiniLM + FAISS index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214784" y="2251186"/>
              <a:ext cx="2663662" cy="566928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chemeClr val="bg2">
                  <a:lumMod val="1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65202" y="2342626"/>
              <a:ext cx="2362825" cy="2266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b="1" i="0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Gloss Generation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65202" y="2598657"/>
              <a:ext cx="2362825" cy="1902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Fine-tuned Flan-T5 / mT5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4600918" y="2818114"/>
              <a:ext cx="0" cy="219456"/>
            </a:xfrm>
            <a:prstGeom prst="line">
              <a:avLst/>
            </a:prstGeom>
            <a:ln w="19050">
              <a:solidFill>
                <a:srgbClr val="8A6A2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ounded Rectangle 22"/>
            <p:cNvSpPr/>
            <p:nvPr/>
          </p:nvSpPr>
          <p:spPr>
            <a:xfrm>
              <a:off x="3002720" y="3037570"/>
              <a:ext cx="3196395" cy="36576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chemeClr val="bg2">
                  <a:lumMod val="1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02720" y="3129010"/>
              <a:ext cx="3212064" cy="1902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Animation Mapping — clip lookup + blending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4600918" y="3403330"/>
              <a:ext cx="0" cy="201168"/>
            </a:xfrm>
            <a:prstGeom prst="line">
              <a:avLst/>
            </a:prstGeom>
            <a:ln w="19050">
              <a:solidFill>
                <a:srgbClr val="8A6A2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3002720" y="3604498"/>
              <a:ext cx="3196395" cy="36576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chemeClr val="bg2">
                  <a:lumMod val="1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153139" y="3695938"/>
              <a:ext cx="2895558" cy="1902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3D Avatar Renderer — Unity WebGL 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81012" y="3604498"/>
              <a:ext cx="2663662" cy="1005840"/>
            </a:xfrm>
            <a:prstGeom prst="flowChartMagneticDisk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437" y="4124917"/>
              <a:ext cx="2926895" cy="1902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PostgreSQL — corpus, logs, evaluation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387139" y="3621997"/>
              <a:ext cx="2660904" cy="1005840"/>
            </a:xfrm>
            <a:prstGeom prst="flowChartMagneticDisk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299330" y="4124916"/>
              <a:ext cx="2926895" cy="1902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FAISS index + clip library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341162" y="1046857"/>
            <a:ext cx="2519511" cy="190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— React + Tailwind</a:t>
            </a:r>
          </a:p>
        </p:txBody>
      </p:sp>
      <p:cxnSp>
        <p:nvCxnSpPr>
          <p:cNvPr id="42" name="Connector 6">
            <a:extLst>
              <a:ext uri="{FF2B5EF4-FFF2-40B4-BE49-F238E27FC236}">
                <a16:creationId xmlns:a16="http://schemas.microsoft.com/office/drawing/2014/main" id="{E7B12ABC-40C3-DB60-27C3-A1BB7C071F76}"/>
              </a:ext>
            </a:extLst>
          </p:cNvPr>
          <p:cNvCxnSpPr>
            <a:cxnSpLocks/>
          </p:cNvCxnSpPr>
          <p:nvPr/>
        </p:nvCxnSpPr>
        <p:spPr>
          <a:xfrm flipV="1">
            <a:off x="1662525" y="2262446"/>
            <a:ext cx="5852160" cy="4116"/>
          </a:xfrm>
          <a:prstGeom prst="curvedConnector3">
            <a:avLst>
              <a:gd name="adj1" fmla="val 50000"/>
            </a:avLst>
          </a:prstGeom>
          <a:ln w="19050" cap="rnd">
            <a:solidFill>
              <a:srgbClr val="8A6A26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6">
            <a:extLst>
              <a:ext uri="{FF2B5EF4-FFF2-40B4-BE49-F238E27FC236}">
                <a16:creationId xmlns:a16="http://schemas.microsoft.com/office/drawing/2014/main" id="{B11EA011-C9B4-44B7-C524-98AE607D089A}"/>
              </a:ext>
            </a:extLst>
          </p:cNvPr>
          <p:cNvCxnSpPr/>
          <p:nvPr/>
        </p:nvCxnSpPr>
        <p:spPr>
          <a:xfrm>
            <a:off x="4606561" y="1981612"/>
            <a:ext cx="0" cy="219456"/>
          </a:xfrm>
          <a:prstGeom prst="line">
            <a:avLst/>
          </a:prstGeom>
          <a:ln w="19050">
            <a:solidFill>
              <a:srgbClr val="8A6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" y="239180"/>
            <a:ext cx="8732520" cy="5847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&amp; Retrieval Knowledge Base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68B701-51C5-0234-116E-738760CC0DA7}"/>
              </a:ext>
            </a:extLst>
          </p:cNvPr>
          <p:cNvGrpSpPr/>
          <p:nvPr/>
        </p:nvGrpSpPr>
        <p:grpSpPr>
          <a:xfrm>
            <a:off x="1844040" y="827637"/>
            <a:ext cx="5455920" cy="1371600"/>
            <a:chOff x="411480" y="841248"/>
            <a:chExt cx="5455920" cy="1371600"/>
          </a:xfrm>
        </p:grpSpPr>
        <p:sp>
          <p:nvSpPr>
            <p:cNvPr id="5" name="Rounded Rectangle 4"/>
            <p:cNvSpPr/>
            <p:nvPr/>
          </p:nvSpPr>
          <p:spPr>
            <a:xfrm>
              <a:off x="411480" y="841248"/>
              <a:ext cx="2590800" cy="13716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5BD8E64-613A-A4DE-D3C9-279B583D1C27}"/>
                </a:ext>
              </a:extLst>
            </p:cNvPr>
            <p:cNvGrpSpPr/>
            <p:nvPr/>
          </p:nvGrpSpPr>
          <p:grpSpPr>
            <a:xfrm>
              <a:off x="557784" y="841248"/>
              <a:ext cx="5309616" cy="1371600"/>
              <a:chOff x="557784" y="841248"/>
              <a:chExt cx="5309616" cy="1371600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557784" y="932688"/>
                <a:ext cx="2298192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006E7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ISL-CSLTR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57784" y="1319223"/>
                <a:ext cx="2298192" cy="60490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just">
                  <a:lnSpc>
                    <a:spcPct val="112000"/>
                  </a:lnSpc>
                </a:pPr>
                <a:r>
                  <a:rPr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published ISL sentence-gloss corpus; one of two base sources for fine-tuning and retrieval.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3276600" y="841248"/>
                <a:ext cx="2590800" cy="13716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rgbClr val="D9D9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422904" y="932688"/>
                <a:ext cx="2298192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006E7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CISLR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422904" y="1319222"/>
                <a:ext cx="2298192" cy="60490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just">
                  <a:lnSpc>
                    <a:spcPct val="112000"/>
                  </a:lnSpc>
                </a:pPr>
                <a:r>
                  <a:rPr sz="12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second sentence-gloss corpus, widening vocabulary and sentence-pattern coverage.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411480" y="2329971"/>
            <a:ext cx="8174736" cy="260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600" b="1" i="0" dirty="0">
                <a:solidFill>
                  <a:srgbClr val="0097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Provenance &amp;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670048"/>
            <a:ext cx="8321040" cy="4764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37160" indent="-137160">
              <a:lnSpc>
                <a:spcPct val="105000"/>
              </a:lnSpc>
              <a:spcAft>
                <a:spcPts val="3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entry is tagged with its source (ISL-CSLTR / CISLR / curated) for provenance.</a:t>
            </a:r>
          </a:p>
          <a:p>
            <a:pPr marL="137160" indent="-137160">
              <a:lnSpc>
                <a:spcPct val="105000"/>
              </a:lnSpc>
              <a:spcAft>
                <a:spcPts val="3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into train / validation / test — test is held out from fine-tuning and the retrieval index, avoiding leakage.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520440"/>
            <a:ext cx="8321040" cy="1051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" y="3693368"/>
            <a:ext cx="7918704" cy="705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en-US" b="1" i="0" dirty="0">
                <a:solidFill>
                  <a:srgbClr val="00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 For Rag Specifically   </a:t>
            </a:r>
            <a:r>
              <a:rPr b="1" i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the retrieval index is decoupled from the generator's weights, the knowledge base can grow — new pairs re-embedded into FAISS — without retraining the generator at all.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5DCE3AB-D2B3-D63E-2F39-17822C18E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3999" cy="5143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5847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084752"/>
              </p:ext>
            </p:extLst>
          </p:nvPr>
        </p:nvGraphicFramePr>
        <p:xfrm>
          <a:off x="411480" y="1156812"/>
          <a:ext cx="8321039" cy="28869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marL="63500" marT="25400" marB="25400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600" b="1" i="0" u="none" strike="noStrike" cap="none" spc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Technology</a:t>
                      </a:r>
                    </a:p>
                  </a:txBody>
                  <a:tcPr marL="63500" marT="25400" marB="25400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600" b="1" i="0" u="none" strike="noStrike" cap="none" spc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Role</a:t>
                      </a:r>
                    </a:p>
                  </a:txBody>
                  <a:tcPr marL="63500" marT="25400" marB="25400" anchor="ctr"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+ Tailwind CSS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Text/microphone input, avatar viewport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 (Python)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Orchestrates the pipeline; REST + WebSocket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 recognition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Distil-Whisper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spoken audio to text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Embeddings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sentence-transformers (MiniLM)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Encodes sentences for similarity search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 index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FAISS 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Retrieves the closest sentence-gloss pairs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Gloss generator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Flan-T5 / mT5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Produces the ISL gloss sequence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Avatar engine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Unity 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Renders the avatar, plays clips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Corpus, clips, sessions, logs, results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Reproducible, containerized setup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6675120" cy="5847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61C33E-0BF7-8627-7C14-E9F7D0021E7B}"/>
              </a:ext>
            </a:extLst>
          </p:cNvPr>
          <p:cNvGrpSpPr/>
          <p:nvPr/>
        </p:nvGrpSpPr>
        <p:grpSpPr>
          <a:xfrm>
            <a:off x="411480" y="1300421"/>
            <a:ext cx="274320" cy="274320"/>
            <a:chOff x="411480" y="1300421"/>
            <a:chExt cx="274320" cy="274320"/>
          </a:xfrm>
        </p:grpSpPr>
        <p:sp>
          <p:nvSpPr>
            <p:cNvPr id="5" name="Oval 4"/>
            <p:cNvSpPr/>
            <p:nvPr/>
          </p:nvSpPr>
          <p:spPr>
            <a:xfrm>
              <a:off x="411480" y="1300421"/>
              <a:ext cx="274320" cy="2743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1480" y="1351560"/>
              <a:ext cx="274320" cy="1943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95528" y="1272988"/>
            <a:ext cx="2206752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Transcription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40909"/>
            <a:ext cx="2206752" cy="364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Distil-Whisper converts speech to text; typed input shares the same pipeline</a:t>
            </a:r>
            <a:r>
              <a:rPr sz="1100" b="0" i="0" dirty="0">
                <a:solidFill>
                  <a:srgbClr val="7676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3276600" y="1300421"/>
            <a:ext cx="274320" cy="27432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76600" y="1340409"/>
            <a:ext cx="274320" cy="194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0646" y="1272988"/>
            <a:ext cx="2481073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Normalization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0647" y="1653481"/>
            <a:ext cx="2206752" cy="364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is routed through English, the language retrieval/generation align to.</a:t>
            </a:r>
          </a:p>
        </p:txBody>
      </p:sp>
      <p:sp>
        <p:nvSpPr>
          <p:cNvPr id="13" name="Oval 12"/>
          <p:cNvSpPr/>
          <p:nvPr/>
        </p:nvSpPr>
        <p:spPr>
          <a:xfrm>
            <a:off x="6141720" y="1300421"/>
            <a:ext cx="274320" cy="27432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1720" y="1340409"/>
            <a:ext cx="274320" cy="194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768" y="1272988"/>
            <a:ext cx="2206752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Contextual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768" y="1640908"/>
            <a:ext cx="2206752" cy="55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sentence is embedded (MiniLM) and matched in FAISS for similar pairs.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2580581"/>
            <a:ext cx="274320" cy="27432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2631999"/>
            <a:ext cx="274320" cy="194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553149"/>
            <a:ext cx="2206752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Gloss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2901120"/>
            <a:ext cx="2206752" cy="364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Flan-T5/mT5, prompted with retrieved examples, produces ISL-ordered gloss</a:t>
            </a:r>
            <a:r>
              <a:rPr sz="1100" b="0" i="0" dirty="0">
                <a:solidFill>
                  <a:srgbClr val="7676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Oval 20"/>
          <p:cNvSpPr/>
          <p:nvPr/>
        </p:nvSpPr>
        <p:spPr>
          <a:xfrm>
            <a:off x="3276600" y="2580581"/>
            <a:ext cx="274320" cy="27432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76600" y="2631999"/>
            <a:ext cx="274320" cy="194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0647" y="2553149"/>
            <a:ext cx="2206752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0646" y="2901120"/>
            <a:ext cx="2206752" cy="363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gloss token resolves to a clip; blending smooths the joins.</a:t>
            </a:r>
          </a:p>
        </p:txBody>
      </p:sp>
      <p:sp>
        <p:nvSpPr>
          <p:cNvPr id="25" name="Oval 24"/>
          <p:cNvSpPr/>
          <p:nvPr/>
        </p:nvSpPr>
        <p:spPr>
          <a:xfrm>
            <a:off x="6141720" y="2580581"/>
            <a:ext cx="274320" cy="27432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1720" y="2620569"/>
            <a:ext cx="274320" cy="194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5768" y="2553149"/>
            <a:ext cx="2320520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Rendering &amp;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768" y="2854901"/>
            <a:ext cx="2206752" cy="364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clip sequence plays on the avatar; supports RAG on/off comparison</a:t>
            </a:r>
            <a:r>
              <a:rPr sz="1100" b="0" i="0" dirty="0">
                <a:solidFill>
                  <a:srgbClr val="7676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728856"/>
            <a:ext cx="8321040" cy="1051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2648" y="4022425"/>
            <a:ext cx="7918704" cy="464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b="1" i="0" dirty="0">
                <a:solidFill>
                  <a:srgbClr val="00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Principle   </a:t>
            </a:r>
            <a:r>
              <a:rPr b="1" i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stage is independently testable — the retrieval index, generator, and animation layer can each be swapped or improved without touching the others.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6675120" cy="5847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Plan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21AB39-D3EB-F922-F070-2C3D3B7715AD}"/>
              </a:ext>
            </a:extLst>
          </p:cNvPr>
          <p:cNvGrpSpPr/>
          <p:nvPr/>
        </p:nvGrpSpPr>
        <p:grpSpPr>
          <a:xfrm>
            <a:off x="411480" y="952492"/>
            <a:ext cx="3977639" cy="1798892"/>
            <a:chOff x="411480" y="788286"/>
            <a:chExt cx="3977639" cy="1798892"/>
          </a:xfrm>
        </p:grpSpPr>
        <p:sp>
          <p:nvSpPr>
            <p:cNvPr id="6" name="TextBox 5"/>
            <p:cNvSpPr txBox="1"/>
            <p:nvPr/>
          </p:nvSpPr>
          <p:spPr>
            <a:xfrm>
              <a:off x="411480" y="788286"/>
              <a:ext cx="3831335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en-US" sz="1600" b="1" i="0" dirty="0">
                  <a:solidFill>
                    <a:srgbClr val="0097A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Test Levels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1480" y="1143000"/>
              <a:ext cx="3977639" cy="144417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Unit tests per module (STT, retrieval, generation, mapping, API).</a:t>
              </a:r>
            </a:p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Integration tests across the pipeline, incl. WebSocket streaming.</a:t>
              </a:r>
            </a:p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tests: 20+ sentences, cross-browser, Docker reproducibility.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1FB1B40-A58F-8E6E-AB99-42AFB91578C3}"/>
              </a:ext>
            </a:extLst>
          </p:cNvPr>
          <p:cNvGrpSpPr/>
          <p:nvPr/>
        </p:nvGrpSpPr>
        <p:grpSpPr>
          <a:xfrm>
            <a:off x="411480" y="3092607"/>
            <a:ext cx="4343400" cy="1143128"/>
            <a:chOff x="411480" y="2562883"/>
            <a:chExt cx="3977639" cy="1143128"/>
          </a:xfrm>
        </p:grpSpPr>
        <p:sp>
          <p:nvSpPr>
            <p:cNvPr id="9" name="TextBox 8"/>
            <p:cNvSpPr txBox="1"/>
            <p:nvPr/>
          </p:nvSpPr>
          <p:spPr>
            <a:xfrm>
              <a:off x="411480" y="2562883"/>
              <a:ext cx="3977639" cy="260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lang="en-US" sz="1600" b="1" i="0" dirty="0">
                  <a:solidFill>
                    <a:srgbClr val="0097A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Core Evaluation: Rag On Vs. Off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80" y="2939198"/>
              <a:ext cx="3977639" cy="76681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Hold out a test split never used in fine-tuning/retrieval.</a:t>
              </a:r>
            </a:p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Generate each sentence twice — RAG on, then off.</a:t>
              </a:r>
            </a:p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Score with BLEU / exact-match plus qualitative ratings.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FA40D02-16F9-152E-9A1C-AE8E78AA4523}"/>
              </a:ext>
            </a:extLst>
          </p:cNvPr>
          <p:cNvGrpSpPr/>
          <p:nvPr/>
        </p:nvGrpSpPr>
        <p:grpSpPr>
          <a:xfrm>
            <a:off x="4818888" y="979915"/>
            <a:ext cx="4114799" cy="1141764"/>
            <a:chOff x="4818888" y="1115564"/>
            <a:chExt cx="4114799" cy="1141764"/>
          </a:xfrm>
        </p:grpSpPr>
        <p:sp>
          <p:nvSpPr>
            <p:cNvPr id="13" name="TextBox 12"/>
            <p:cNvSpPr txBox="1"/>
            <p:nvPr/>
          </p:nvSpPr>
          <p:spPr>
            <a:xfrm>
              <a:off x="4818888" y="1598638"/>
              <a:ext cx="1234439" cy="27699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800" b="1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100</a:t>
              </a:r>
              <a:r>
                <a:rPr sz="1800" b="1" i="0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sz="1800" b="1" i="0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sz="1800" b="1" i="0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74A67E1-B672-4E55-DC4C-6C19F2F3772A}"/>
                </a:ext>
              </a:extLst>
            </p:cNvPr>
            <p:cNvGrpSpPr/>
            <p:nvPr/>
          </p:nvGrpSpPr>
          <p:grpSpPr>
            <a:xfrm>
              <a:off x="4956048" y="1115564"/>
              <a:ext cx="3977639" cy="1141764"/>
              <a:chOff x="4956048" y="795528"/>
              <a:chExt cx="3977639" cy="1141764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4956048" y="795528"/>
                <a:ext cx="3977639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lang="en-US" sz="1600" b="1" i="0" dirty="0">
                    <a:solidFill>
                      <a:srgbClr val="8A6A2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Success Criteria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956274" y="1576912"/>
                <a:ext cx="1234439" cy="34413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sz="1100" b="0" i="0" dirty="0">
                    <a:solidFill>
                      <a:srgbClr val="76767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sentences signed end to end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126480" y="1231761"/>
                <a:ext cx="12344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b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1800" b="1" dirty="0">
                    <a:solidFill>
                      <a:srgbClr val="006E7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&lt;3–5s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327647" y="1562894"/>
                <a:ext cx="1234439" cy="37439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sz="1200" b="0" i="0" dirty="0">
                    <a:solidFill>
                      <a:srgbClr val="76767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latency to animation start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7360919" y="1262969"/>
                <a:ext cx="147828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b">
                <a:spAutoFit/>
              </a:bodyPr>
              <a:lstStyle/>
              <a:p>
                <a:pPr algn="ctr"/>
                <a:r>
                  <a:rPr sz="1600" b="1" dirty="0">
                    <a:solidFill>
                      <a:srgbClr val="006E7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RAG &gt;no</a:t>
                </a:r>
                <a:r>
                  <a:rPr lang="en-US" sz="1600" b="1" dirty="0">
                    <a:solidFill>
                      <a:srgbClr val="006E7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sz="1600" b="1" dirty="0">
                    <a:solidFill>
                      <a:srgbClr val="006E7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RAG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7482839" y="1579496"/>
                <a:ext cx="1234439" cy="34413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5000"/>
                  </a:lnSpc>
                </a:pPr>
                <a:r>
                  <a:rPr sz="1100" b="0" i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measurable quality gain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738B8E-2D04-FBC1-5ACE-8EE814098C4E}"/>
              </a:ext>
            </a:extLst>
          </p:cNvPr>
          <p:cNvGrpSpPr/>
          <p:nvPr/>
        </p:nvGrpSpPr>
        <p:grpSpPr>
          <a:xfrm>
            <a:off x="4754880" y="2546334"/>
            <a:ext cx="4178807" cy="868680"/>
            <a:chOff x="4754880" y="2286000"/>
            <a:chExt cx="3977639" cy="868680"/>
          </a:xfrm>
        </p:grpSpPr>
        <p:sp>
          <p:nvSpPr>
            <p:cNvPr id="19" name="Rounded Rectangle 18"/>
            <p:cNvSpPr/>
            <p:nvPr/>
          </p:nvSpPr>
          <p:spPr>
            <a:xfrm>
              <a:off x="4754880" y="2286000"/>
              <a:ext cx="3977639" cy="868680"/>
            </a:xfrm>
            <a:prstGeom prst="roundRect">
              <a:avLst>
                <a:gd name="adj" fmla="val 600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56048" y="2417887"/>
              <a:ext cx="3575303" cy="60490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lang="en-US" sz="1200" b="1" i="0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Why Bleu Alone Isn't Enough   </a:t>
              </a:r>
              <a:r>
                <a:rPr sz="1200" b="1" i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BLEU is a weak proxy for sign grammaticality, so qualitative fluency ratings from a small reviewer panel are collected too.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B4C616D-97FA-3F42-19EF-A48AB26AEF74}"/>
              </a:ext>
            </a:extLst>
          </p:cNvPr>
          <p:cNvGrpSpPr/>
          <p:nvPr/>
        </p:nvGrpSpPr>
        <p:grpSpPr>
          <a:xfrm>
            <a:off x="4754880" y="3651398"/>
            <a:ext cx="4178807" cy="868680"/>
            <a:chOff x="4754880" y="3253775"/>
            <a:chExt cx="3977639" cy="868680"/>
          </a:xfrm>
        </p:grpSpPr>
        <p:sp>
          <p:nvSpPr>
            <p:cNvPr id="21" name="Rounded Rectangle 20"/>
            <p:cNvSpPr/>
            <p:nvPr/>
          </p:nvSpPr>
          <p:spPr>
            <a:xfrm>
              <a:off x="4754880" y="3253775"/>
              <a:ext cx="3977639" cy="868680"/>
            </a:xfrm>
            <a:prstGeom prst="roundRect">
              <a:avLst>
                <a:gd name="adj" fmla="val 600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56048" y="3396295"/>
              <a:ext cx="3575303" cy="60490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lang="en-US" sz="1200" b="1" i="0" dirty="0">
                  <a:solidFill>
                    <a:srgbClr val="006E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External Baseline Exists   </a:t>
              </a:r>
              <a:r>
                <a:rPr sz="1200" b="1" i="1" dirty="0">
                  <a:solidFill>
                    <a:srgbClr val="2121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published RAG-for-sign-language baseline exists — the project's own on/off ablation is the primary evidence.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7BB5DEBA-33AE-E05B-C587-5F71215E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434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132642"/>
            <a:ext cx="4573115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500" b="1" u="sng">
                <a:solidFill>
                  <a:srgbClr val="191919"/>
                </a:solidFill>
                <a:latin typeface="Times New Roman"/>
              </a:defRPr>
            </a:pPr>
            <a:r>
              <a:rPr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7811"/>
            <a:ext cx="41148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u="none">
                <a:solidFill>
                  <a:srgbClr val="191919"/>
                </a:solidFill>
                <a:latin typeface="Times New Roman"/>
              </a:defRPr>
            </a:pPr>
            <a:r>
              <a:rPr sz="1700" b="1" dirty="0">
                <a:solidFill>
                  <a:srgbClr val="0097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" y="3369113"/>
            <a:ext cx="8161020" cy="9144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5" name="TextBox 24"/>
          <p:cNvSpPr txBox="1"/>
          <p:nvPr/>
        </p:nvSpPr>
        <p:spPr>
          <a:xfrm>
            <a:off x="5534234" y="3910810"/>
            <a:ext cx="2215864" cy="3545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 u="none">
                <a:solidFill>
                  <a:srgbClr val="191919"/>
                </a:solidFill>
                <a:latin typeface="Times New Roman"/>
              </a:defRPr>
            </a:pPr>
            <a:r>
              <a:rPr lang="en-US" b="1" dirty="0">
                <a:solidFill>
                  <a:srgbClr val="191919"/>
                </a:solidFill>
                <a:latin typeface="Times New Roman"/>
              </a:rPr>
              <a:t>Non-manual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466045"/>
            <a:ext cx="4843070" cy="3900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u="none">
                <a:solidFill>
                  <a:srgbClr val="191919"/>
                </a:solidFill>
                <a:latin typeface="Times New Roman"/>
              </a:defRPr>
            </a:pPr>
            <a:r>
              <a:rPr sz="1600" b="1" dirty="0">
                <a:solidFill>
                  <a:srgbClr val="8A6A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872" y="3897379"/>
            <a:ext cx="2242111" cy="3545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 u="none">
                <a:solidFill>
                  <a:srgbClr val="191919"/>
                </a:solidFill>
                <a:latin typeface="Times New Roman"/>
              </a:defRPr>
            </a:pPr>
            <a:r>
              <a:rPr lang="en-US" b="1" dirty="0">
                <a:solidFill>
                  <a:srgbClr val="191919"/>
                </a:solidFill>
                <a:latin typeface="Times New Roman"/>
              </a:rPr>
              <a:t>Hindi-first Expansion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C585976-349F-7348-3CAE-5C2BFAE2CDA4}"/>
              </a:ext>
            </a:extLst>
          </p:cNvPr>
          <p:cNvGrpSpPr/>
          <p:nvPr/>
        </p:nvGrpSpPr>
        <p:grpSpPr>
          <a:xfrm>
            <a:off x="495808" y="3909172"/>
            <a:ext cx="322871" cy="316006"/>
            <a:chOff x="411480" y="1300421"/>
            <a:chExt cx="274320" cy="27432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BAEB414-CDCB-0366-E8A8-59F813930E68}"/>
                </a:ext>
              </a:extLst>
            </p:cNvPr>
            <p:cNvSpPr/>
            <p:nvPr/>
          </p:nvSpPr>
          <p:spPr>
            <a:xfrm>
              <a:off x="411480" y="1300421"/>
              <a:ext cx="274320" cy="2743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88420D1-7306-3BD1-D580-A041664957C5}"/>
                </a:ext>
              </a:extLst>
            </p:cNvPr>
            <p:cNvSpPr txBox="1"/>
            <p:nvPr/>
          </p:nvSpPr>
          <p:spPr>
            <a:xfrm>
              <a:off x="411480" y="1351560"/>
              <a:ext cx="274320" cy="1943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58A6BCC-9AB9-A074-BD22-C4F3D8F1503A}"/>
              </a:ext>
            </a:extLst>
          </p:cNvPr>
          <p:cNvGrpSpPr/>
          <p:nvPr/>
        </p:nvGrpSpPr>
        <p:grpSpPr>
          <a:xfrm>
            <a:off x="5133473" y="3937840"/>
            <a:ext cx="322871" cy="316006"/>
            <a:chOff x="411480" y="1300421"/>
            <a:chExt cx="274320" cy="27432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5EF0328-9B5E-8AB9-2F1B-095CB041C960}"/>
                </a:ext>
              </a:extLst>
            </p:cNvPr>
            <p:cNvSpPr/>
            <p:nvPr/>
          </p:nvSpPr>
          <p:spPr>
            <a:xfrm>
              <a:off x="411480" y="1300421"/>
              <a:ext cx="274320" cy="2743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3BAC6ED-626B-9024-06B6-7708F882B92F}"/>
                </a:ext>
              </a:extLst>
            </p:cNvPr>
            <p:cNvSpPr txBox="1"/>
            <p:nvPr/>
          </p:nvSpPr>
          <p:spPr>
            <a:xfrm>
              <a:off x="411480" y="1351560"/>
              <a:ext cx="274320" cy="1943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2767255-775F-56A5-B76B-A08894C50CB1}"/>
              </a:ext>
            </a:extLst>
          </p:cNvPr>
          <p:cNvGrpSpPr/>
          <p:nvPr/>
        </p:nvGrpSpPr>
        <p:grpSpPr>
          <a:xfrm>
            <a:off x="495808" y="4422440"/>
            <a:ext cx="7019623" cy="356983"/>
            <a:chOff x="492198" y="4653875"/>
            <a:chExt cx="7019623" cy="356983"/>
          </a:xfrm>
        </p:grpSpPr>
        <p:sp>
          <p:nvSpPr>
            <p:cNvPr id="31" name="TextBox 30"/>
            <p:cNvSpPr txBox="1"/>
            <p:nvPr/>
          </p:nvSpPr>
          <p:spPr>
            <a:xfrm>
              <a:off x="858872" y="4656311"/>
              <a:ext cx="2939088" cy="35454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400" b="1" u="none">
                  <a:solidFill>
                    <a:srgbClr val="191919"/>
                  </a:solidFill>
                  <a:latin typeface="Times New Roman"/>
                </a:defRPr>
              </a:pPr>
              <a:r>
                <a:rPr lang="en-US" b="1" dirty="0">
                  <a:solidFill>
                    <a:srgbClr val="191919"/>
                  </a:solidFill>
                  <a:latin typeface="Times New Roman"/>
                </a:rPr>
                <a:t>Communication Integration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534234" y="4656310"/>
              <a:ext cx="1977587" cy="35454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400" b="1" u="none">
                  <a:solidFill>
                    <a:srgbClr val="191919"/>
                  </a:solidFill>
                  <a:latin typeface="Times New Roman"/>
                </a:defRPr>
              </a:pPr>
              <a:r>
                <a:rPr lang="en-US" b="1" dirty="0">
                  <a:solidFill>
                    <a:srgbClr val="191919"/>
                  </a:solidFill>
                  <a:latin typeface="Times New Roman"/>
                </a:rPr>
                <a:t>Mobile Application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AEB383D-32C7-108D-F49A-AAC9ABDCBAB4}"/>
                </a:ext>
              </a:extLst>
            </p:cNvPr>
            <p:cNvGrpSpPr/>
            <p:nvPr/>
          </p:nvGrpSpPr>
          <p:grpSpPr>
            <a:xfrm>
              <a:off x="492198" y="4694851"/>
              <a:ext cx="322871" cy="316006"/>
              <a:chOff x="411480" y="1300421"/>
              <a:chExt cx="274320" cy="27432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0D8D65F9-BECF-CB06-8ED7-15A4DF3D797F}"/>
                  </a:ext>
                </a:extLst>
              </p:cNvPr>
              <p:cNvSpPr/>
              <p:nvPr/>
            </p:nvSpPr>
            <p:spPr>
              <a:xfrm>
                <a:off x="411480" y="1300421"/>
                <a:ext cx="274320" cy="2743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E2B811D-A58D-70D8-ABF3-58A393B01D64}"/>
                  </a:ext>
                </a:extLst>
              </p:cNvPr>
              <p:cNvSpPr txBox="1"/>
              <p:nvPr/>
            </p:nvSpPr>
            <p:spPr>
              <a:xfrm>
                <a:off x="411480" y="1351560"/>
                <a:ext cx="274320" cy="19434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2712ABD-B790-B129-0BB1-3871973E96DB}"/>
                </a:ext>
              </a:extLst>
            </p:cNvPr>
            <p:cNvGrpSpPr/>
            <p:nvPr/>
          </p:nvGrpSpPr>
          <p:grpSpPr>
            <a:xfrm>
              <a:off x="5126317" y="4653875"/>
              <a:ext cx="322871" cy="316006"/>
              <a:chOff x="411480" y="1300421"/>
              <a:chExt cx="274320" cy="27432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8490801-AD26-D3C9-96B5-34F588600D07}"/>
                  </a:ext>
                </a:extLst>
              </p:cNvPr>
              <p:cNvSpPr/>
              <p:nvPr/>
            </p:nvSpPr>
            <p:spPr>
              <a:xfrm>
                <a:off x="411480" y="1300421"/>
                <a:ext cx="274320" cy="2743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A8354E0-D2CB-8309-D611-B8ABCFA78016}"/>
                  </a:ext>
                </a:extLst>
              </p:cNvPr>
              <p:cNvSpPr txBox="1"/>
              <p:nvPr/>
            </p:nvSpPr>
            <p:spPr>
              <a:xfrm>
                <a:off x="411480" y="1351560"/>
                <a:ext cx="274320" cy="19434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6CA6855-ED3B-81D3-AD5E-EE7D5F6D18B1}"/>
              </a:ext>
            </a:extLst>
          </p:cNvPr>
          <p:cNvGrpSpPr/>
          <p:nvPr/>
        </p:nvGrpSpPr>
        <p:grpSpPr>
          <a:xfrm>
            <a:off x="445770" y="1170264"/>
            <a:ext cx="8345565" cy="2113886"/>
            <a:chOff x="445770" y="1440180"/>
            <a:chExt cx="8345565" cy="1843969"/>
          </a:xfrm>
        </p:grpSpPr>
        <p:sp>
          <p:nvSpPr>
            <p:cNvPr id="7" name="TextBox 6"/>
            <p:cNvSpPr txBox="1"/>
            <p:nvPr/>
          </p:nvSpPr>
          <p:spPr>
            <a:xfrm>
              <a:off x="720090" y="1440180"/>
              <a:ext cx="1543050" cy="30777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 u="none">
                  <a:solidFill>
                    <a:srgbClr val="191919"/>
                  </a:solidFill>
                  <a:latin typeface="Times New Roman"/>
                </a:defRPr>
              </a:pPr>
              <a:r>
                <a:rPr dirty="0"/>
                <a:t>Speech-to-Text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19135" y="1440180"/>
              <a:ext cx="617220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200" b="0" u="none">
                  <a:solidFill>
                    <a:srgbClr val="414141"/>
                  </a:solidFill>
                  <a:latin typeface="Times New Roman"/>
                </a:defRPr>
              </a:pPr>
              <a:r>
                <a:rPr sz="1200" dirty="0"/>
                <a:t>Accept Hindi speech or typed input and convert speech to text.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0090" y="1824228"/>
              <a:ext cx="1843290" cy="30777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400" b="1" u="none">
                  <a:solidFill>
                    <a:srgbClr val="191919"/>
                  </a:solidFill>
                  <a:latin typeface="Times New Roman"/>
                </a:defRPr>
              </a:pPr>
              <a:r>
                <a:rPr b="1" dirty="0">
                  <a:solidFill>
                    <a:srgbClr val="191919"/>
                  </a:solidFill>
                  <a:latin typeface="Times New Roman"/>
                </a:rPr>
                <a:t>RAG-based Retrieval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07984" y="1824228"/>
              <a:ext cx="617220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0" u="none">
                  <a:solidFill>
                    <a:srgbClr val="414141"/>
                  </a:solidFill>
                  <a:latin typeface="Times New Roman"/>
                </a:defRPr>
              </a:pPr>
              <a:r>
                <a:rPr sz="1200" dirty="0">
                  <a:solidFill>
                    <a:srgbClr val="414141"/>
                  </a:solidFill>
                  <a:latin typeface="Times New Roman"/>
                </a:rPr>
                <a:t>Retrieve similar sentence–gloss examples from the ISL corpus before generation.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0090" y="2208276"/>
              <a:ext cx="1543050" cy="30777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 u="none">
                  <a:solidFill>
                    <a:srgbClr val="191919"/>
                  </a:solidFill>
                  <a:latin typeface="Times New Roman"/>
                </a:defRPr>
              </a:pPr>
              <a:r>
                <a:rPr b="1" dirty="0">
                  <a:solidFill>
                    <a:srgbClr val="191919"/>
                  </a:solidFill>
                  <a:latin typeface="Times New Roman"/>
                </a:rPr>
                <a:t>Gloss Generation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85682" y="2208276"/>
              <a:ext cx="617220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0" u="none">
                  <a:solidFill>
                    <a:srgbClr val="414141"/>
                  </a:solidFill>
                  <a:latin typeface="Times New Roman"/>
                </a:defRPr>
              </a:pPr>
              <a:r>
                <a:rPr sz="1200" dirty="0">
                  <a:solidFill>
                    <a:srgbClr val="414141"/>
                  </a:solidFill>
                  <a:latin typeface="Times New Roman"/>
                </a:rPr>
                <a:t>Generate an ISL-ordered gloss sequence using the fine-tuned model.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0090" y="2592324"/>
              <a:ext cx="1843290" cy="30777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400" b="1" u="none">
                  <a:solidFill>
                    <a:srgbClr val="191919"/>
                  </a:solidFill>
                  <a:latin typeface="Times New Roman"/>
                </a:defRPr>
              </a:pPr>
              <a:r>
                <a:rPr b="1" dirty="0">
                  <a:solidFill>
                    <a:srgbClr val="191919"/>
                  </a:solidFill>
                  <a:latin typeface="Times New Roman"/>
                </a:rPr>
                <a:t>Gloss-to-Animation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85682" y="2592324"/>
              <a:ext cx="617220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0" u="none">
                  <a:solidFill>
                    <a:srgbClr val="414141"/>
                  </a:solidFill>
                  <a:latin typeface="Times New Roman"/>
                </a:defRPr>
              </a:pPr>
              <a:r>
                <a:rPr sz="1200" dirty="0">
                  <a:solidFill>
                    <a:srgbClr val="414141"/>
                  </a:solidFill>
                  <a:latin typeface="Times New Roman"/>
                </a:rPr>
                <a:t>Map gloss tokens to animation clips and blend the sequence smoothly.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0090" y="2976372"/>
              <a:ext cx="1543050" cy="30777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 u="none">
                  <a:solidFill>
                    <a:srgbClr val="191919"/>
                  </a:solidFill>
                  <a:latin typeface="Times New Roman"/>
                </a:defRPr>
              </a:pPr>
              <a:r>
                <a:rPr b="1" dirty="0">
                  <a:solidFill>
                    <a:srgbClr val="191919"/>
                  </a:solidFill>
                  <a:latin typeface="Times New Roman"/>
                </a:rPr>
                <a:t>Web-based Demo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63380" y="2976372"/>
              <a:ext cx="617220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0" u="none">
                  <a:solidFill>
                    <a:srgbClr val="414141"/>
                  </a:solidFill>
                  <a:latin typeface="Times New Roman"/>
                </a:defRPr>
              </a:pPr>
              <a:r>
                <a:rPr sz="1200" dirty="0">
                  <a:solidFill>
                    <a:srgbClr val="414141"/>
                  </a:solidFill>
                  <a:latin typeface="Times New Roman"/>
                </a:rPr>
                <a:t>Provide a simple web interface for input and 3D avatar output.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C08985A-BE7D-484E-4F2E-A1ED19A1D27A}"/>
                </a:ext>
              </a:extLst>
            </p:cNvPr>
            <p:cNvGrpSpPr/>
            <p:nvPr/>
          </p:nvGrpSpPr>
          <p:grpSpPr>
            <a:xfrm>
              <a:off x="459486" y="1475057"/>
              <a:ext cx="274320" cy="274320"/>
              <a:chOff x="411480" y="1300421"/>
              <a:chExt cx="274320" cy="274320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DA38305-A3A5-FA0F-6FBC-A7C2A0A34DBD}"/>
                  </a:ext>
                </a:extLst>
              </p:cNvPr>
              <p:cNvSpPr/>
              <p:nvPr/>
            </p:nvSpPr>
            <p:spPr>
              <a:xfrm>
                <a:off x="411480" y="1300421"/>
                <a:ext cx="274320" cy="2743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707443C-1628-6156-C80F-778091E488C8}"/>
                  </a:ext>
                </a:extLst>
              </p:cNvPr>
              <p:cNvSpPr txBox="1"/>
              <p:nvPr/>
            </p:nvSpPr>
            <p:spPr>
              <a:xfrm>
                <a:off x="411480" y="1356401"/>
                <a:ext cx="274320" cy="18466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  <a:endParaRPr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ABE59AF-0AD7-1DBA-2DEA-637A6FF50078}"/>
                </a:ext>
              </a:extLst>
            </p:cNvPr>
            <p:cNvGrpSpPr/>
            <p:nvPr/>
          </p:nvGrpSpPr>
          <p:grpSpPr>
            <a:xfrm>
              <a:off x="445770" y="1840956"/>
              <a:ext cx="274320" cy="274320"/>
              <a:chOff x="411480" y="1300421"/>
              <a:chExt cx="274320" cy="274320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C3BB835-5F8D-8545-1994-A1A93EA9B428}"/>
                  </a:ext>
                </a:extLst>
              </p:cNvPr>
              <p:cNvSpPr/>
              <p:nvPr/>
            </p:nvSpPr>
            <p:spPr>
              <a:xfrm>
                <a:off x="411480" y="1300421"/>
                <a:ext cx="274320" cy="2743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6097F72-A162-8D94-B6DB-43D313A0B6FC}"/>
                  </a:ext>
                </a:extLst>
              </p:cNvPr>
              <p:cNvSpPr txBox="1"/>
              <p:nvPr/>
            </p:nvSpPr>
            <p:spPr>
              <a:xfrm>
                <a:off x="411480" y="1356401"/>
                <a:ext cx="27432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2B2387F-91FE-4283-5B11-C68E4D79AECA}"/>
                </a:ext>
              </a:extLst>
            </p:cNvPr>
            <p:cNvGrpSpPr/>
            <p:nvPr/>
          </p:nvGrpSpPr>
          <p:grpSpPr>
            <a:xfrm>
              <a:off x="445770" y="2200155"/>
              <a:ext cx="274320" cy="274320"/>
              <a:chOff x="411480" y="1300421"/>
              <a:chExt cx="274320" cy="27432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A19B9843-21AF-911E-45AC-E818813C4B1C}"/>
                  </a:ext>
                </a:extLst>
              </p:cNvPr>
              <p:cNvSpPr/>
              <p:nvPr/>
            </p:nvSpPr>
            <p:spPr>
              <a:xfrm>
                <a:off x="411480" y="1300421"/>
                <a:ext cx="274320" cy="2743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6D466F4-D19A-7415-6B44-A669A6FA1042}"/>
                  </a:ext>
                </a:extLst>
              </p:cNvPr>
              <p:cNvSpPr txBox="1"/>
              <p:nvPr/>
            </p:nvSpPr>
            <p:spPr>
              <a:xfrm>
                <a:off x="411480" y="1356401"/>
                <a:ext cx="27432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485CDC8-4272-2EFC-E89B-D289B8CA815C}"/>
                </a:ext>
              </a:extLst>
            </p:cNvPr>
            <p:cNvGrpSpPr/>
            <p:nvPr/>
          </p:nvGrpSpPr>
          <p:grpSpPr>
            <a:xfrm>
              <a:off x="459486" y="2617750"/>
              <a:ext cx="274320" cy="274320"/>
              <a:chOff x="411480" y="1300421"/>
              <a:chExt cx="274320" cy="27432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10D263AA-1185-888F-7027-E67739A4470E}"/>
                  </a:ext>
                </a:extLst>
              </p:cNvPr>
              <p:cNvSpPr/>
              <p:nvPr/>
            </p:nvSpPr>
            <p:spPr>
              <a:xfrm>
                <a:off x="411480" y="1300421"/>
                <a:ext cx="274320" cy="2743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58AD8C3-CB4F-14B4-55AF-703976D64AFF}"/>
                  </a:ext>
                </a:extLst>
              </p:cNvPr>
              <p:cNvSpPr txBox="1"/>
              <p:nvPr/>
            </p:nvSpPr>
            <p:spPr>
              <a:xfrm>
                <a:off x="411480" y="1351560"/>
                <a:ext cx="274320" cy="19434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CBBFE88-2367-903D-EA6B-CD8A35E5181B}"/>
                </a:ext>
              </a:extLst>
            </p:cNvPr>
            <p:cNvGrpSpPr/>
            <p:nvPr/>
          </p:nvGrpSpPr>
          <p:grpSpPr>
            <a:xfrm>
              <a:off x="459486" y="2986632"/>
              <a:ext cx="274320" cy="274320"/>
              <a:chOff x="411480" y="1300421"/>
              <a:chExt cx="274320" cy="274320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E4D95719-FAF3-7CE7-9D8F-752116063117}"/>
                  </a:ext>
                </a:extLst>
              </p:cNvPr>
              <p:cNvSpPr/>
              <p:nvPr/>
            </p:nvSpPr>
            <p:spPr>
              <a:xfrm>
                <a:off x="411480" y="1300421"/>
                <a:ext cx="274320" cy="2743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A98C9AE-5D35-FC5D-83B9-A5A706C29790}"/>
                  </a:ext>
                </a:extLst>
              </p:cNvPr>
              <p:cNvSpPr txBox="1"/>
              <p:nvPr/>
            </p:nvSpPr>
            <p:spPr>
              <a:xfrm>
                <a:off x="411480" y="1351560"/>
                <a:ext cx="274320" cy="19434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sz="1200" b="1" i="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1200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sz="1200" b="1" i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1D8BB1B-1E9B-9E63-2350-A9A15D30C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5847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089" y="1394454"/>
            <a:ext cx="7303911" cy="722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bridges spoken language and Indian Sign Language by combining retrieval, language models, and real-time avatar animation — an assistive communication aid and research demonstration, not a replacement for certified human interpreters.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089" y="2727715"/>
            <a:ext cx="7303911" cy="464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central research contribution is using retrieved sentence-gloss examples to ground generation under low-resource ISL conditions — evidenced by the RAG-on vs. RAG-off comparison.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623176C-C7C7-6793-BDF7-3E665845DB78}"/>
              </a:ext>
            </a:extLst>
          </p:cNvPr>
          <p:cNvSpPr txBox="1">
            <a:spLocks/>
          </p:cNvSpPr>
          <p:nvPr/>
        </p:nvSpPr>
        <p:spPr>
          <a:xfrm>
            <a:off x="406163" y="104254"/>
            <a:ext cx="5878200" cy="72577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3EAF072-D0DF-5A32-4DDD-99A392B81067}"/>
              </a:ext>
            </a:extLst>
          </p:cNvPr>
          <p:cNvGrpSpPr/>
          <p:nvPr/>
        </p:nvGrpSpPr>
        <p:grpSpPr>
          <a:xfrm>
            <a:off x="406163" y="830025"/>
            <a:ext cx="8322201" cy="4250718"/>
            <a:chOff x="406163" y="803626"/>
            <a:chExt cx="8322201" cy="386105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0AA339-0A81-CFCF-0FB5-4E19AA82B672}"/>
                </a:ext>
              </a:extLst>
            </p:cNvPr>
            <p:cNvSpPr txBox="1"/>
            <p:nvPr/>
          </p:nvSpPr>
          <p:spPr>
            <a:xfrm>
              <a:off x="406163" y="803626"/>
              <a:ext cx="8322201" cy="49387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140">
                  <a:solidFill>
                    <a:srgbClr val="373737"/>
                  </a:solidFill>
                  <a:latin typeface="Times New Roman"/>
                </a:defRPr>
              </a:pPr>
              <a:r>
                <a:rPr sz="1200" dirty="0"/>
                <a:t>[1] B. R. Reddy, D. C. Rup, M. Rohith, and M. </a:t>
              </a:r>
              <a:r>
                <a:rPr sz="1200" dirty="0" err="1"/>
                <a:t>Belwal</a:t>
              </a:r>
              <a:r>
                <a:rPr sz="1200" dirty="0"/>
                <a:t>, “Indian Sign Language Generation from Live Audio or Text for Tamil,” in Proc. 9th Int. Conf. on Advanced Computing and Communication Systems (ICACCS), 2023, </a:t>
              </a:r>
              <a:r>
                <a:rPr sz="1200" dirty="0" err="1"/>
                <a:t>doi</a:t>
              </a:r>
              <a:r>
                <a:rPr sz="1200" dirty="0"/>
                <a:t>: 10.1109/ICACCS57279.2023.10112880.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F1A9353-9C0A-CB1F-5733-B080C0A97995}"/>
                </a:ext>
              </a:extLst>
            </p:cNvPr>
            <p:cNvSpPr txBox="1"/>
            <p:nvPr/>
          </p:nvSpPr>
          <p:spPr>
            <a:xfrm>
              <a:off x="406163" y="1363487"/>
              <a:ext cx="8322201" cy="32925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140">
                  <a:solidFill>
                    <a:srgbClr val="373737"/>
                  </a:solidFill>
                  <a:latin typeface="Times New Roman"/>
                </a:defRPr>
              </a:pPr>
              <a:r>
                <a:rPr sz="1200" dirty="0"/>
                <a:t>[2] M. S. Nair et al., “English to Indian Sign Language Gloss Structure Translation using Sequence to Sequence Model,” in Proc. 9th Int. Conf. on Smart Computing and Communications (ICSCC), 2023, </a:t>
              </a:r>
              <a:r>
                <a:rPr sz="1200" dirty="0" err="1"/>
                <a:t>doi</a:t>
              </a:r>
              <a:r>
                <a:rPr sz="1200" dirty="0"/>
                <a:t>: 10.1109/ICSCC59169.2023.10335040.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ABE6517-EF82-8BC0-799A-4B7E400F9584}"/>
                </a:ext>
              </a:extLst>
            </p:cNvPr>
            <p:cNvSpPr txBox="1"/>
            <p:nvPr/>
          </p:nvSpPr>
          <p:spPr>
            <a:xfrm>
              <a:off x="406163" y="1796650"/>
              <a:ext cx="8322201" cy="32925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140">
                  <a:solidFill>
                    <a:srgbClr val="373737"/>
                  </a:solidFill>
                  <a:latin typeface="Times New Roman"/>
                </a:defRPr>
              </a:pPr>
              <a:r>
                <a:rPr sz="1200" dirty="0"/>
                <a:t>[3] A. Joshi, S. Agrawal, and A. Modi, “</a:t>
              </a:r>
              <a:r>
                <a:rPr sz="1200" dirty="0" err="1"/>
                <a:t>ISLTranslate</a:t>
              </a:r>
              <a:r>
                <a:rPr sz="1200" dirty="0"/>
                <a:t>: Dataset for Translating Indian Sign Language,” in Findings of the Association for Computational Linguistics: ACL 2023, pp. 10466–10475, 2023, </a:t>
              </a:r>
              <a:r>
                <a:rPr sz="1200" dirty="0" err="1"/>
                <a:t>doi</a:t>
              </a:r>
              <a:r>
                <a:rPr sz="1200" dirty="0"/>
                <a:t>: 10.18653/v1/2023.findings-acl.665.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982E33-D731-A4C3-4C33-D7FD5DB75758}"/>
                </a:ext>
              </a:extLst>
            </p:cNvPr>
            <p:cNvSpPr txBox="1"/>
            <p:nvPr/>
          </p:nvSpPr>
          <p:spPr>
            <a:xfrm>
              <a:off x="406163" y="2229813"/>
              <a:ext cx="8322201" cy="49387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140">
                  <a:solidFill>
                    <a:srgbClr val="373737"/>
                  </a:solidFill>
                  <a:latin typeface="Times New Roman"/>
                </a:defRPr>
              </a:pPr>
              <a:r>
                <a:rPr sz="1200" dirty="0"/>
                <a:t>[4] V. </a:t>
              </a:r>
              <a:r>
                <a:rPr sz="1200" dirty="0" err="1"/>
                <a:t>Baltatzis</a:t>
              </a:r>
              <a:r>
                <a:rPr sz="1200" dirty="0"/>
                <a:t>, R. A. </a:t>
              </a:r>
              <a:r>
                <a:rPr sz="1200" dirty="0" err="1"/>
                <a:t>Potamias</a:t>
              </a:r>
              <a:r>
                <a:rPr sz="1200" dirty="0"/>
                <a:t>, E. </a:t>
              </a:r>
              <a:r>
                <a:rPr sz="1200" dirty="0" err="1"/>
                <a:t>Ververas</a:t>
              </a:r>
              <a:r>
                <a:rPr sz="1200" dirty="0"/>
                <a:t>, G. Sun, J. Deng, and S. Zafeiriou, “Neural Sign Actors: A Diffusion Model for 3D Sign Language Production from Text,” in Proc. IEEE/CVF Conf. on Computer Vision and Pattern Recognition (CVPR), 2024, pp. 1985–1995, </a:t>
              </a:r>
              <a:r>
                <a:rPr sz="1200" dirty="0" err="1"/>
                <a:t>doi</a:t>
              </a:r>
              <a:r>
                <a:rPr sz="1200" dirty="0"/>
                <a:t>: 10.1109/CVPR52733.2024.00194.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BE295C9-54D7-C10F-18C2-FA7B494A1C49}"/>
                </a:ext>
              </a:extLst>
            </p:cNvPr>
            <p:cNvSpPr txBox="1"/>
            <p:nvPr/>
          </p:nvSpPr>
          <p:spPr>
            <a:xfrm>
              <a:off x="406163" y="2843933"/>
              <a:ext cx="8322201" cy="49387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140">
                  <a:solidFill>
                    <a:srgbClr val="373737"/>
                  </a:solidFill>
                  <a:latin typeface="Times New Roman"/>
                </a:defRPr>
              </a:pPr>
              <a:r>
                <a:rPr sz="1200" dirty="0"/>
                <a:t>[5] A. Yin, H. Li, K. Shen, S. Tang, and Y. Zhuang, “T2S-GPT: Dynamic Vector Quantization for Autoregressive Sign Language Production from Text,” in Proc. 62nd Annual Meeting of the Association for Computational Linguistics (ACL), 2024, pp. 3345–3356, </a:t>
              </a:r>
              <a:r>
                <a:rPr sz="1200" dirty="0" err="1"/>
                <a:t>doi</a:t>
              </a:r>
              <a:r>
                <a:rPr sz="1200" dirty="0"/>
                <a:t>: 10.18653/v1/2024.acl-long.183.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BCE583D-0E33-C14A-10C9-3F319A421A48}"/>
                </a:ext>
              </a:extLst>
            </p:cNvPr>
            <p:cNvSpPr txBox="1"/>
            <p:nvPr/>
          </p:nvSpPr>
          <p:spPr>
            <a:xfrm>
              <a:off x="406163" y="3458053"/>
              <a:ext cx="8322201" cy="32925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140">
                  <a:solidFill>
                    <a:srgbClr val="373737"/>
                  </a:solidFill>
                  <a:latin typeface="Times New Roman"/>
                </a:defRPr>
              </a:pPr>
              <a:r>
                <a:rPr sz="1200" dirty="0"/>
                <a:t>[6] R. Zuo, F. Wei, Z. Chen, B. Mak, J. Yang, and X. Tong, “A Simple Baseline for Spoken Language to Sign Language Translation with 3D Avatars,” in Proc. European Conf. on Computer Vision (ECCV), 2024, pp. 36–54, </a:t>
              </a:r>
              <a:r>
                <a:rPr sz="1200" dirty="0" err="1"/>
                <a:t>doi</a:t>
              </a:r>
              <a:r>
                <a:rPr sz="1200" dirty="0"/>
                <a:t>: 10.1007/978-3-031-72967-6_3.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3558317-FF88-F6AE-3BCE-2D4E5E47454B}"/>
                </a:ext>
              </a:extLst>
            </p:cNvPr>
            <p:cNvSpPr txBox="1"/>
            <p:nvPr/>
          </p:nvSpPr>
          <p:spPr>
            <a:xfrm>
              <a:off x="406163" y="3896740"/>
              <a:ext cx="8322201" cy="32925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140">
                  <a:solidFill>
                    <a:srgbClr val="373737"/>
                  </a:solidFill>
                  <a:latin typeface="Times New Roman"/>
                </a:defRPr>
              </a:pPr>
              <a:r>
                <a:rPr sz="1200" dirty="0"/>
                <a:t>[7] A. Joshi, R. Mohanty, M. </a:t>
              </a:r>
              <a:r>
                <a:rPr sz="1200" dirty="0" err="1"/>
                <a:t>Kanakanti</a:t>
              </a:r>
              <a:r>
                <a:rPr sz="1200" dirty="0"/>
                <a:t>, A. Mangla, S. Choudhary, M. Barbate, and A. Modi, “</a:t>
              </a:r>
              <a:r>
                <a:rPr sz="1200" dirty="0" err="1"/>
                <a:t>iSign</a:t>
              </a:r>
              <a:r>
                <a:rPr sz="1200" dirty="0"/>
                <a:t>: A Benchmark for Indian Sign Language Processing,” in Findings of ACL 2024, pp. 10827–10844, 2024, </a:t>
              </a:r>
              <a:r>
                <a:rPr sz="1200" dirty="0" err="1"/>
                <a:t>doi</a:t>
              </a:r>
              <a:r>
                <a:rPr sz="1200" dirty="0"/>
                <a:t>: 10.18653/v1/2024.findings-acl.643.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7043211-0A30-DC87-46D2-33F1AB30D85D}"/>
                </a:ext>
              </a:extLst>
            </p:cNvPr>
            <p:cNvSpPr txBox="1"/>
            <p:nvPr/>
          </p:nvSpPr>
          <p:spPr>
            <a:xfrm>
              <a:off x="406163" y="4335427"/>
              <a:ext cx="8322201" cy="32925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140">
                  <a:solidFill>
                    <a:srgbClr val="373737"/>
                  </a:solidFill>
                  <a:latin typeface="Times New Roman"/>
                </a:defRPr>
              </a:pPr>
              <a:r>
                <a:rPr sz="1200" dirty="0"/>
                <a:t>[8] A. B. Varanasi, M. Sinha, T. Dasgupta, and C. Jadhav, “Linguistically Informed Transformers for Text to American Sign Language Translation,” in Proc. </a:t>
              </a:r>
              <a:r>
                <a:rPr sz="1200" dirty="0" err="1"/>
                <a:t>LoResMT</a:t>
              </a:r>
              <a:r>
                <a:rPr sz="1200" dirty="0"/>
                <a:t>, 2024, pp. 50–56, </a:t>
              </a:r>
              <a:r>
                <a:rPr sz="1200" dirty="0" err="1"/>
                <a:t>doi</a:t>
              </a:r>
              <a:r>
                <a:rPr sz="1200" dirty="0"/>
                <a:t>: 10.18653/v1/2024.loresmt-1.5.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306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013AE041-93E3-792E-0E7B-DB9E402A72E9}"/>
              </a:ext>
            </a:extLst>
          </p:cNvPr>
          <p:cNvGrpSpPr/>
          <p:nvPr/>
        </p:nvGrpSpPr>
        <p:grpSpPr>
          <a:xfrm>
            <a:off x="406163" y="1075944"/>
            <a:ext cx="8225773" cy="2507515"/>
            <a:chOff x="406163" y="1075944"/>
            <a:chExt cx="8225773" cy="235104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335874D-787F-75AB-32A1-2F17E1940FA7}"/>
                </a:ext>
              </a:extLst>
            </p:cNvPr>
            <p:cNvSpPr txBox="1"/>
            <p:nvPr/>
          </p:nvSpPr>
          <p:spPr>
            <a:xfrm>
              <a:off x="406163" y="1075944"/>
              <a:ext cx="8225773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200">
                  <a:solidFill>
                    <a:srgbClr val="373737"/>
                  </a:solidFill>
                  <a:latin typeface="Times New Roman"/>
                </a:defRPr>
              </a:pPr>
              <a:r>
                <a:rPr dirty="0"/>
                <a:t>[9] R. Merx et al., “Low-resource Machine Translation through Retrieval-augmented LLM Prompting: A Study on the </a:t>
              </a:r>
              <a:r>
                <a:rPr dirty="0" err="1"/>
                <a:t>Mambai</a:t>
              </a:r>
              <a:r>
                <a:rPr dirty="0"/>
                <a:t> Language,” 2024.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E7B149E-6606-5EC7-670C-3745E12F91A6}"/>
                </a:ext>
              </a:extLst>
            </p:cNvPr>
            <p:cNvSpPr txBox="1"/>
            <p:nvPr/>
          </p:nvSpPr>
          <p:spPr>
            <a:xfrm>
              <a:off x="406163" y="1590896"/>
              <a:ext cx="822577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200">
                  <a:solidFill>
                    <a:srgbClr val="373737"/>
                  </a:solidFill>
                  <a:latin typeface="Times New Roman"/>
                </a:defRPr>
              </a:pPr>
              <a:r>
                <a:rPr dirty="0"/>
                <a:t>[10] P. A. Dal Bianco et al., “Augmenting Sign Language Translation Datasets with Large Language Models,” 2025.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6679EA-C91B-59C5-B9AF-87256CB77812}"/>
                </a:ext>
              </a:extLst>
            </p:cNvPr>
            <p:cNvSpPr txBox="1"/>
            <p:nvPr/>
          </p:nvSpPr>
          <p:spPr>
            <a:xfrm>
              <a:off x="406163" y="1921182"/>
              <a:ext cx="822577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200">
                  <a:solidFill>
                    <a:srgbClr val="373737"/>
                  </a:solidFill>
                  <a:latin typeface="Times New Roman"/>
                </a:defRPr>
              </a:pPr>
              <a:r>
                <a:rPr dirty="0"/>
                <a:t>[11] M. Inan, A. Sicilia, and M. Alikhani, “</a:t>
              </a:r>
              <a:r>
                <a:rPr dirty="0" err="1"/>
                <a:t>SignAlignLM</a:t>
              </a:r>
              <a:r>
                <a:rPr dirty="0"/>
                <a:t>,” 2025.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16C00D4-87E9-9B95-65A8-51D9DE067061}"/>
                </a:ext>
              </a:extLst>
            </p:cNvPr>
            <p:cNvSpPr txBox="1"/>
            <p:nvPr/>
          </p:nvSpPr>
          <p:spPr>
            <a:xfrm>
              <a:off x="406163" y="2251468"/>
              <a:ext cx="822577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200">
                  <a:solidFill>
                    <a:srgbClr val="373737"/>
                  </a:solidFill>
                  <a:latin typeface="Times New Roman"/>
                </a:defRPr>
              </a:pPr>
              <a:r>
                <a:rPr dirty="0"/>
                <a:t>[12] S. Imai et al., “</a:t>
              </a:r>
              <a:r>
                <a:rPr dirty="0" err="1"/>
                <a:t>SiLVERScore</a:t>
              </a:r>
              <a:r>
                <a:rPr dirty="0"/>
                <a:t>,” 2025.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AD20D39-ADB1-048A-96F5-DC82EEF75769}"/>
                </a:ext>
              </a:extLst>
            </p:cNvPr>
            <p:cNvSpPr txBox="1"/>
            <p:nvPr/>
          </p:nvSpPr>
          <p:spPr>
            <a:xfrm>
              <a:off x="406163" y="2581754"/>
              <a:ext cx="822577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200">
                  <a:solidFill>
                    <a:srgbClr val="373737"/>
                  </a:solidFill>
                  <a:latin typeface="Times New Roman"/>
                </a:defRPr>
              </a:pPr>
              <a:r>
                <a:rPr dirty="0"/>
                <a:t>[13] S. Yazdani et al., “A Vision-Language Model-Assisted Pipeline for Sign Language Translation,” 2025.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8C5382B-1F46-76E2-CABF-4AD9066EF1AE}"/>
                </a:ext>
              </a:extLst>
            </p:cNvPr>
            <p:cNvSpPr txBox="1"/>
            <p:nvPr/>
          </p:nvSpPr>
          <p:spPr>
            <a:xfrm>
              <a:off x="406163" y="2912040"/>
              <a:ext cx="822577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200">
                  <a:solidFill>
                    <a:srgbClr val="373737"/>
                  </a:solidFill>
                  <a:latin typeface="Times New Roman"/>
                </a:defRPr>
              </a:pPr>
              <a:r>
                <a:rPr dirty="0"/>
                <a:t>[14] S. Yazdani et al., “Continual Learning in Multilingual Sign Language Translation,” 2025.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DC82F30-C997-FCF0-3DAB-CE9E04441B7C}"/>
                </a:ext>
              </a:extLst>
            </p:cNvPr>
            <p:cNvSpPr txBox="1"/>
            <p:nvPr/>
          </p:nvSpPr>
          <p:spPr>
            <a:xfrm>
              <a:off x="406163" y="3242326"/>
              <a:ext cx="822577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defRPr sz="1200">
                  <a:solidFill>
                    <a:srgbClr val="373737"/>
                  </a:solidFill>
                  <a:latin typeface="Times New Roman"/>
                </a:defRPr>
              </a:pPr>
              <a:r>
                <a:rPr dirty="0"/>
                <a:t>[15] A. Joshi et al., “Gloss-driven Indian Sign Language Production,” 2026.</a:t>
              </a:r>
            </a:p>
          </p:txBody>
        </p:sp>
      </p:grp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0BC9F3A-9716-A676-A29B-51D04F5DD181}"/>
              </a:ext>
            </a:extLst>
          </p:cNvPr>
          <p:cNvSpPr txBox="1">
            <a:spLocks/>
          </p:cNvSpPr>
          <p:nvPr/>
        </p:nvSpPr>
        <p:spPr>
          <a:xfrm>
            <a:off x="406163" y="104254"/>
            <a:ext cx="5878200" cy="72577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(</a:t>
            </a:r>
            <a:r>
              <a:rPr lang="en-US" sz="3500" b="1" u="sng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38611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9A820D-FB93-0849-1EA3-D32C8AAA0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cxnSp>
        <p:nvCxnSpPr>
          <p:cNvPr id="3" name="Connector 11">
            <a:extLst>
              <a:ext uri="{FF2B5EF4-FFF2-40B4-BE49-F238E27FC236}">
                <a16:creationId xmlns:a16="http://schemas.microsoft.com/office/drawing/2014/main" id="{54E7D91B-41A6-3ADB-7BAF-C0927B9058FD}"/>
              </a:ext>
            </a:extLst>
          </p:cNvPr>
          <p:cNvCxnSpPr>
            <a:cxnSpLocks/>
          </p:cNvCxnSpPr>
          <p:nvPr/>
        </p:nvCxnSpPr>
        <p:spPr>
          <a:xfrm>
            <a:off x="1284944" y="2710239"/>
            <a:ext cx="6574111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7020D38-A2CF-AC1C-3F90-55CB23CEBC1A}"/>
              </a:ext>
            </a:extLst>
          </p:cNvPr>
          <p:cNvSpPr txBox="1"/>
          <p:nvPr/>
        </p:nvSpPr>
        <p:spPr>
          <a:xfrm>
            <a:off x="411479" y="2060590"/>
            <a:ext cx="8321040" cy="569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35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652866851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 Futuristic Duotone Style Tech Pitch Deck  by Slidesgo">
  <a:themeElements>
    <a:clrScheme name="Simple Light">
      <a:dk1>
        <a:srgbClr val="212121"/>
      </a:dk1>
      <a:lt1>
        <a:srgbClr val="999999"/>
      </a:lt1>
      <a:dk2>
        <a:srgbClr val="D9D9D9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212121"/>
    </a:dk1>
    <a:lt1>
      <a:srgbClr val="999999"/>
    </a:lt1>
    <a:dk2>
      <a:srgbClr val="D9D9D9"/>
    </a:dk2>
    <a:lt2>
      <a:srgbClr val="FFFFFF"/>
    </a:lt2>
    <a:accent1>
      <a:srgbClr val="FFFF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212121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2526</Words>
  <Application>Microsoft Office PowerPoint</Application>
  <PresentationFormat>On-screen Show (16:9)</PresentationFormat>
  <Paragraphs>278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Poppins</vt:lpstr>
      <vt:lpstr>Abel</vt:lpstr>
      <vt:lpstr>Times New Roman</vt:lpstr>
      <vt:lpstr>Anaheim</vt:lpstr>
      <vt:lpstr>Arial</vt:lpstr>
      <vt:lpstr>Proxima Nova</vt:lpstr>
      <vt:lpstr>Roboto Condensed Light</vt:lpstr>
      <vt:lpstr>Audiowide</vt:lpstr>
      <vt:lpstr>Geometric Futuristic Duotone Style Tech Pitch Deck  by Slidesgo</vt:lpstr>
      <vt:lpstr>Slidesgo Final Pages</vt:lpstr>
      <vt:lpstr>Raja Balwant Singh Engineering Technical Campus, Bichpuri, Agra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Akanchha Singh</dc:creator>
  <cp:lastModifiedBy>Akanchha Singh</cp:lastModifiedBy>
  <cp:revision>55</cp:revision>
  <dcterms:modified xsi:type="dcterms:W3CDTF">2026-09-06T13:19:52Z</dcterms:modified>
</cp:coreProperties>
</file>